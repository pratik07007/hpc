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7" roundtripDataSignature="AMtx7mhNPfBmamtYbu/F+3hDeDvTJKVB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501826-8B68-497C-9E6C-C25F770EEAD1}">
  <a:tblStyle styleId="{4E501826-8B68-497C-9E6C-C25F770EEAD1}"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customschemas.google.com/relationships/presentationmetadata" Target="metadata"/><Relationship Id="rId36" Type="http://schemas.openxmlformats.org/officeDocument/2006/relationships/slide" Target="slides/slide30.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 name="Google Shape;43;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 name="Google Shape;49;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 name="Google Shape;55;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 name="Google Shape;81;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 name="Google Shape;486;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5" name="Google Shape;495;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1" name="Google Shape;501;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 name="Google Shape;512;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7" name="Google Shape;517;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9" name="Google Shape;529;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5" name="Google Shape;535;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0" name="Google Shape;540;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5" name="Google Shape;545;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2" name="Shape 12"/>
        <p:cNvGrpSpPr/>
        <p:nvPr/>
      </p:nvGrpSpPr>
      <p:grpSpPr>
        <a:xfrm>
          <a:off x="0" y="0"/>
          <a:ext cx="0" cy="0"/>
          <a:chOff x="0" y="0"/>
          <a:chExt cx="0" cy="0"/>
        </a:xfrm>
      </p:grpSpPr>
      <p:sp>
        <p:nvSpPr>
          <p:cNvPr id="13" name="Google Shape;13;p32"/>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2"/>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33"/>
          <p:cNvSpPr txBox="1"/>
          <p:nvPr>
            <p:ph type="title"/>
          </p:nvPr>
        </p:nvSpPr>
        <p:spPr>
          <a:xfrm>
            <a:off x="2486025" y="242773"/>
            <a:ext cx="5427980" cy="4540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3"/>
          <p:cNvSpPr txBox="1"/>
          <p:nvPr>
            <p:ph idx="1" type="body"/>
          </p:nvPr>
        </p:nvSpPr>
        <p:spPr>
          <a:xfrm>
            <a:off x="252907" y="1072718"/>
            <a:ext cx="8638184" cy="34423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32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33"/>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3"/>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2" name="Shape 22"/>
        <p:cNvGrpSpPr/>
        <p:nvPr/>
      </p:nvGrpSpPr>
      <p:grpSpPr>
        <a:xfrm>
          <a:off x="0" y="0"/>
          <a:ext cx="0" cy="0"/>
          <a:chOff x="0" y="0"/>
          <a:chExt cx="0" cy="0"/>
        </a:xfrm>
      </p:grpSpPr>
      <p:pic>
        <p:nvPicPr>
          <p:cNvPr id="23" name="Google Shape;23;p34"/>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24" name="Google Shape;24;p34"/>
          <p:cNvSpPr txBox="1"/>
          <p:nvPr>
            <p:ph type="title"/>
          </p:nvPr>
        </p:nvSpPr>
        <p:spPr>
          <a:xfrm>
            <a:off x="2486025" y="242773"/>
            <a:ext cx="5427980" cy="4540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4"/>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35"/>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5"/>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2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5"/>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36"/>
          <p:cNvSpPr txBox="1"/>
          <p:nvPr>
            <p:ph type="title"/>
          </p:nvPr>
        </p:nvSpPr>
        <p:spPr>
          <a:xfrm>
            <a:off x="2486025" y="242773"/>
            <a:ext cx="5427980" cy="4540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6"/>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36"/>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3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31"/>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7" name="Google Shape;7;p31"/>
          <p:cNvSpPr txBox="1"/>
          <p:nvPr>
            <p:ph type="title"/>
          </p:nvPr>
        </p:nvSpPr>
        <p:spPr>
          <a:xfrm>
            <a:off x="2486025" y="242773"/>
            <a:ext cx="5427980" cy="45402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31"/>
          <p:cNvSpPr txBox="1"/>
          <p:nvPr>
            <p:ph idx="1" type="body"/>
          </p:nvPr>
        </p:nvSpPr>
        <p:spPr>
          <a:xfrm>
            <a:off x="252907" y="1072718"/>
            <a:ext cx="8638184" cy="344233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3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3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10" Type="http://schemas.openxmlformats.org/officeDocument/2006/relationships/image" Target="../media/image4.png"/><Relationship Id="rId9" Type="http://schemas.openxmlformats.org/officeDocument/2006/relationships/image" Target="../media/image17.png"/><Relationship Id="rId5" Type="http://schemas.openxmlformats.org/officeDocument/2006/relationships/image" Target="../media/image8.png"/><Relationship Id="rId6" Type="http://schemas.openxmlformats.org/officeDocument/2006/relationships/image" Target="../media/image39.png"/><Relationship Id="rId7" Type="http://schemas.openxmlformats.org/officeDocument/2006/relationships/image" Target="../media/image63.png"/><Relationship Id="rId8"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0" Type="http://schemas.openxmlformats.org/officeDocument/2006/relationships/image" Target="../media/image68.png"/><Relationship Id="rId42" Type="http://schemas.openxmlformats.org/officeDocument/2006/relationships/image" Target="../media/image42.png"/><Relationship Id="rId41" Type="http://schemas.openxmlformats.org/officeDocument/2006/relationships/image" Target="../media/image71.png"/><Relationship Id="rId44" Type="http://schemas.openxmlformats.org/officeDocument/2006/relationships/image" Target="../media/image75.png"/><Relationship Id="rId43" Type="http://schemas.openxmlformats.org/officeDocument/2006/relationships/image" Target="../media/image46.png"/><Relationship Id="rId46" Type="http://schemas.openxmlformats.org/officeDocument/2006/relationships/image" Target="../media/image48.png"/><Relationship Id="rId45" Type="http://schemas.openxmlformats.org/officeDocument/2006/relationships/image" Target="../media/image44.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24.png"/><Relationship Id="rId9" Type="http://schemas.openxmlformats.org/officeDocument/2006/relationships/image" Target="../media/image47.png"/><Relationship Id="rId48" Type="http://schemas.openxmlformats.org/officeDocument/2006/relationships/image" Target="../media/image50.png"/><Relationship Id="rId47" Type="http://schemas.openxmlformats.org/officeDocument/2006/relationships/image" Target="../media/image51.png"/><Relationship Id="rId49" Type="http://schemas.openxmlformats.org/officeDocument/2006/relationships/image" Target="../media/image49.png"/><Relationship Id="rId5" Type="http://schemas.openxmlformats.org/officeDocument/2006/relationships/image" Target="../media/image11.png"/><Relationship Id="rId6" Type="http://schemas.openxmlformats.org/officeDocument/2006/relationships/image" Target="../media/image40.png"/><Relationship Id="rId7" Type="http://schemas.openxmlformats.org/officeDocument/2006/relationships/image" Target="../media/image34.png"/><Relationship Id="rId8" Type="http://schemas.openxmlformats.org/officeDocument/2006/relationships/image" Target="../media/image61.png"/><Relationship Id="rId31" Type="http://schemas.openxmlformats.org/officeDocument/2006/relationships/image" Target="../media/image30.png"/><Relationship Id="rId30" Type="http://schemas.openxmlformats.org/officeDocument/2006/relationships/image" Target="../media/image55.png"/><Relationship Id="rId33" Type="http://schemas.openxmlformats.org/officeDocument/2006/relationships/image" Target="../media/image33.png"/><Relationship Id="rId32" Type="http://schemas.openxmlformats.org/officeDocument/2006/relationships/image" Target="../media/image32.png"/><Relationship Id="rId35" Type="http://schemas.openxmlformats.org/officeDocument/2006/relationships/image" Target="../media/image36.png"/><Relationship Id="rId34" Type="http://schemas.openxmlformats.org/officeDocument/2006/relationships/image" Target="../media/image45.png"/><Relationship Id="rId37" Type="http://schemas.openxmlformats.org/officeDocument/2006/relationships/image" Target="../media/image96.png"/><Relationship Id="rId36" Type="http://schemas.openxmlformats.org/officeDocument/2006/relationships/image" Target="../media/image35.png"/><Relationship Id="rId39" Type="http://schemas.openxmlformats.org/officeDocument/2006/relationships/image" Target="../media/image37.png"/><Relationship Id="rId38" Type="http://schemas.openxmlformats.org/officeDocument/2006/relationships/image" Target="../media/image38.png"/><Relationship Id="rId62" Type="http://schemas.openxmlformats.org/officeDocument/2006/relationships/image" Target="../media/image83.png"/><Relationship Id="rId61" Type="http://schemas.openxmlformats.org/officeDocument/2006/relationships/image" Target="../media/image94.png"/><Relationship Id="rId20" Type="http://schemas.openxmlformats.org/officeDocument/2006/relationships/image" Target="../media/image62.png"/><Relationship Id="rId64" Type="http://schemas.openxmlformats.org/officeDocument/2006/relationships/image" Target="../media/image67.png"/><Relationship Id="rId63" Type="http://schemas.openxmlformats.org/officeDocument/2006/relationships/image" Target="../media/image64.png"/><Relationship Id="rId22" Type="http://schemas.openxmlformats.org/officeDocument/2006/relationships/image" Target="../media/image27.png"/><Relationship Id="rId21" Type="http://schemas.openxmlformats.org/officeDocument/2006/relationships/image" Target="../media/image18.png"/><Relationship Id="rId65" Type="http://schemas.openxmlformats.org/officeDocument/2006/relationships/image" Target="../media/image84.png"/><Relationship Id="rId24" Type="http://schemas.openxmlformats.org/officeDocument/2006/relationships/image" Target="../media/image20.png"/><Relationship Id="rId23" Type="http://schemas.openxmlformats.org/officeDocument/2006/relationships/image" Target="../media/image41.png"/><Relationship Id="rId60" Type="http://schemas.openxmlformats.org/officeDocument/2006/relationships/image" Target="../media/image58.png"/><Relationship Id="rId26" Type="http://schemas.openxmlformats.org/officeDocument/2006/relationships/image" Target="../media/image52.png"/><Relationship Id="rId25" Type="http://schemas.openxmlformats.org/officeDocument/2006/relationships/image" Target="../media/image26.png"/><Relationship Id="rId28" Type="http://schemas.openxmlformats.org/officeDocument/2006/relationships/image" Target="../media/image23.png"/><Relationship Id="rId27" Type="http://schemas.openxmlformats.org/officeDocument/2006/relationships/image" Target="../media/image22.png"/><Relationship Id="rId29" Type="http://schemas.openxmlformats.org/officeDocument/2006/relationships/image" Target="../media/image65.png"/><Relationship Id="rId51" Type="http://schemas.openxmlformats.org/officeDocument/2006/relationships/image" Target="../media/image73.png"/><Relationship Id="rId50" Type="http://schemas.openxmlformats.org/officeDocument/2006/relationships/image" Target="../media/image76.png"/><Relationship Id="rId53" Type="http://schemas.openxmlformats.org/officeDocument/2006/relationships/image" Target="../media/image77.png"/><Relationship Id="rId52" Type="http://schemas.openxmlformats.org/officeDocument/2006/relationships/image" Target="../media/image57.png"/><Relationship Id="rId11" Type="http://schemas.openxmlformats.org/officeDocument/2006/relationships/image" Target="../media/image28.png"/><Relationship Id="rId55" Type="http://schemas.openxmlformats.org/officeDocument/2006/relationships/image" Target="../media/image53.png"/><Relationship Id="rId10" Type="http://schemas.openxmlformats.org/officeDocument/2006/relationships/image" Target="../media/image14.png"/><Relationship Id="rId54" Type="http://schemas.openxmlformats.org/officeDocument/2006/relationships/image" Target="../media/image54.png"/><Relationship Id="rId13" Type="http://schemas.openxmlformats.org/officeDocument/2006/relationships/image" Target="../media/image10.png"/><Relationship Id="rId57" Type="http://schemas.openxmlformats.org/officeDocument/2006/relationships/image" Target="../media/image56.png"/><Relationship Id="rId12" Type="http://schemas.openxmlformats.org/officeDocument/2006/relationships/image" Target="../media/image13.png"/><Relationship Id="rId56" Type="http://schemas.openxmlformats.org/officeDocument/2006/relationships/image" Target="../media/image86.png"/><Relationship Id="rId15" Type="http://schemas.openxmlformats.org/officeDocument/2006/relationships/image" Target="../media/image12.png"/><Relationship Id="rId59" Type="http://schemas.openxmlformats.org/officeDocument/2006/relationships/image" Target="../media/image59.png"/><Relationship Id="rId14" Type="http://schemas.openxmlformats.org/officeDocument/2006/relationships/image" Target="../media/image15.png"/><Relationship Id="rId58" Type="http://schemas.openxmlformats.org/officeDocument/2006/relationships/image" Target="../media/image60.png"/><Relationship Id="rId17" Type="http://schemas.openxmlformats.org/officeDocument/2006/relationships/image" Target="../media/image16.png"/><Relationship Id="rId16" Type="http://schemas.openxmlformats.org/officeDocument/2006/relationships/image" Target="../media/image29.png"/><Relationship Id="rId19" Type="http://schemas.openxmlformats.org/officeDocument/2006/relationships/image" Target="../media/image25.png"/><Relationship Id="rId18" Type="http://schemas.openxmlformats.org/officeDocument/2006/relationships/image" Target="../media/image19.png"/></Relationships>
</file>

<file path=ppt/slides/_rels/slide18.xml.rels><?xml version="1.0" encoding="UTF-8" standalone="yes"?><Relationships xmlns="http://schemas.openxmlformats.org/package/2006/relationships"><Relationship Id="rId40" Type="http://schemas.openxmlformats.org/officeDocument/2006/relationships/image" Target="../media/image143.png"/><Relationship Id="rId42" Type="http://schemas.openxmlformats.org/officeDocument/2006/relationships/image" Target="../media/image148.png"/><Relationship Id="rId41" Type="http://schemas.openxmlformats.org/officeDocument/2006/relationships/image" Target="../media/image167.png"/><Relationship Id="rId44" Type="http://schemas.openxmlformats.org/officeDocument/2006/relationships/image" Target="../media/image109.png"/><Relationship Id="rId43" Type="http://schemas.openxmlformats.org/officeDocument/2006/relationships/image" Target="../media/image106.png"/><Relationship Id="rId46" Type="http://schemas.openxmlformats.org/officeDocument/2006/relationships/image" Target="../media/image123.png"/><Relationship Id="rId45" Type="http://schemas.openxmlformats.org/officeDocument/2006/relationships/image" Target="../media/image110.png"/><Relationship Id="rId107" Type="http://schemas.openxmlformats.org/officeDocument/2006/relationships/image" Target="../media/image220.png"/><Relationship Id="rId106" Type="http://schemas.openxmlformats.org/officeDocument/2006/relationships/image" Target="../media/image192.png"/><Relationship Id="rId105" Type="http://schemas.openxmlformats.org/officeDocument/2006/relationships/image" Target="../media/image185.png"/><Relationship Id="rId104" Type="http://schemas.openxmlformats.org/officeDocument/2006/relationships/image" Target="../media/image187.png"/><Relationship Id="rId109" Type="http://schemas.openxmlformats.org/officeDocument/2006/relationships/image" Target="../media/image195.png"/><Relationship Id="rId108" Type="http://schemas.openxmlformats.org/officeDocument/2006/relationships/image" Target="../media/image225.png"/><Relationship Id="rId48" Type="http://schemas.openxmlformats.org/officeDocument/2006/relationships/image" Target="../media/image112.png"/><Relationship Id="rId47" Type="http://schemas.openxmlformats.org/officeDocument/2006/relationships/image" Target="../media/image111.png"/><Relationship Id="rId49" Type="http://schemas.openxmlformats.org/officeDocument/2006/relationships/image" Target="../media/image139.png"/><Relationship Id="rId103" Type="http://schemas.openxmlformats.org/officeDocument/2006/relationships/image" Target="../media/image218.png"/><Relationship Id="rId102" Type="http://schemas.openxmlformats.org/officeDocument/2006/relationships/image" Target="../media/image184.png"/><Relationship Id="rId101" Type="http://schemas.openxmlformats.org/officeDocument/2006/relationships/image" Target="../media/image216.png"/><Relationship Id="rId100" Type="http://schemas.openxmlformats.org/officeDocument/2006/relationships/image" Target="../media/image213.png"/><Relationship Id="rId31" Type="http://schemas.openxmlformats.org/officeDocument/2006/relationships/image" Target="../media/image121.png"/><Relationship Id="rId30" Type="http://schemas.openxmlformats.org/officeDocument/2006/relationships/image" Target="../media/image116.png"/><Relationship Id="rId33" Type="http://schemas.openxmlformats.org/officeDocument/2006/relationships/image" Target="../media/image117.png"/><Relationship Id="rId32" Type="http://schemas.openxmlformats.org/officeDocument/2006/relationships/image" Target="../media/image115.png"/><Relationship Id="rId35" Type="http://schemas.openxmlformats.org/officeDocument/2006/relationships/image" Target="../media/image126.png"/><Relationship Id="rId34" Type="http://schemas.openxmlformats.org/officeDocument/2006/relationships/image" Target="../media/image127.png"/><Relationship Id="rId37" Type="http://schemas.openxmlformats.org/officeDocument/2006/relationships/image" Target="../media/image97.png"/><Relationship Id="rId36" Type="http://schemas.openxmlformats.org/officeDocument/2006/relationships/image" Target="../media/image107.png"/><Relationship Id="rId39" Type="http://schemas.openxmlformats.org/officeDocument/2006/relationships/image" Target="../media/image100.png"/><Relationship Id="rId38" Type="http://schemas.openxmlformats.org/officeDocument/2006/relationships/image" Target="../media/image103.png"/><Relationship Id="rId20" Type="http://schemas.openxmlformats.org/officeDocument/2006/relationships/image" Target="../media/image79.png"/><Relationship Id="rId22" Type="http://schemas.openxmlformats.org/officeDocument/2006/relationships/image" Target="../media/image82.png"/><Relationship Id="rId21" Type="http://schemas.openxmlformats.org/officeDocument/2006/relationships/image" Target="../media/image80.png"/><Relationship Id="rId24" Type="http://schemas.openxmlformats.org/officeDocument/2006/relationships/image" Target="../media/image113.png"/><Relationship Id="rId23" Type="http://schemas.openxmlformats.org/officeDocument/2006/relationships/image" Target="../media/image93.png"/><Relationship Id="rId26" Type="http://schemas.openxmlformats.org/officeDocument/2006/relationships/image" Target="../media/image122.png"/><Relationship Id="rId121" Type="http://schemas.openxmlformats.org/officeDocument/2006/relationships/image" Target="../media/image214.png"/><Relationship Id="rId25" Type="http://schemas.openxmlformats.org/officeDocument/2006/relationships/image" Target="../media/image108.png"/><Relationship Id="rId120" Type="http://schemas.openxmlformats.org/officeDocument/2006/relationships/image" Target="../media/image224.png"/><Relationship Id="rId28" Type="http://schemas.openxmlformats.org/officeDocument/2006/relationships/image" Target="../media/image101.png"/><Relationship Id="rId27" Type="http://schemas.openxmlformats.org/officeDocument/2006/relationships/image" Target="../media/image88.png"/><Relationship Id="rId29" Type="http://schemas.openxmlformats.org/officeDocument/2006/relationships/image" Target="../media/image114.png"/><Relationship Id="rId123" Type="http://schemas.openxmlformats.org/officeDocument/2006/relationships/image" Target="../media/image222.png"/><Relationship Id="rId122" Type="http://schemas.openxmlformats.org/officeDocument/2006/relationships/image" Target="../media/image221.png"/><Relationship Id="rId95" Type="http://schemas.openxmlformats.org/officeDocument/2006/relationships/image" Target="../media/image191.png"/><Relationship Id="rId94" Type="http://schemas.openxmlformats.org/officeDocument/2006/relationships/image" Target="../media/image209.png"/><Relationship Id="rId97" Type="http://schemas.openxmlformats.org/officeDocument/2006/relationships/image" Target="../media/image173.png"/><Relationship Id="rId96" Type="http://schemas.openxmlformats.org/officeDocument/2006/relationships/image" Target="../media/image172.png"/><Relationship Id="rId11" Type="http://schemas.openxmlformats.org/officeDocument/2006/relationships/image" Target="../media/image78.png"/><Relationship Id="rId99" Type="http://schemas.openxmlformats.org/officeDocument/2006/relationships/image" Target="../media/image181.png"/><Relationship Id="rId10" Type="http://schemas.openxmlformats.org/officeDocument/2006/relationships/image" Target="../media/image89.png"/><Relationship Id="rId98" Type="http://schemas.openxmlformats.org/officeDocument/2006/relationships/image" Target="../media/image176.png"/><Relationship Id="rId13" Type="http://schemas.openxmlformats.org/officeDocument/2006/relationships/image" Target="../media/image72.png"/><Relationship Id="rId12" Type="http://schemas.openxmlformats.org/officeDocument/2006/relationships/image" Target="../media/image102.png"/><Relationship Id="rId91" Type="http://schemas.openxmlformats.org/officeDocument/2006/relationships/image" Target="../media/image164.png"/><Relationship Id="rId90" Type="http://schemas.openxmlformats.org/officeDocument/2006/relationships/image" Target="../media/image163.png"/><Relationship Id="rId93" Type="http://schemas.openxmlformats.org/officeDocument/2006/relationships/image" Target="../media/image194.png"/><Relationship Id="rId92" Type="http://schemas.openxmlformats.org/officeDocument/2006/relationships/image" Target="../media/image208.png"/><Relationship Id="rId118" Type="http://schemas.openxmlformats.org/officeDocument/2006/relationships/image" Target="../media/image227.png"/><Relationship Id="rId117" Type="http://schemas.openxmlformats.org/officeDocument/2006/relationships/image" Target="../media/image210.png"/><Relationship Id="rId116" Type="http://schemas.openxmlformats.org/officeDocument/2006/relationships/image" Target="../media/image226.png"/><Relationship Id="rId115" Type="http://schemas.openxmlformats.org/officeDocument/2006/relationships/image" Target="../media/image219.png"/><Relationship Id="rId119" Type="http://schemas.openxmlformats.org/officeDocument/2006/relationships/image" Target="../media/image223.png"/><Relationship Id="rId15" Type="http://schemas.openxmlformats.org/officeDocument/2006/relationships/image" Target="../media/image99.png"/><Relationship Id="rId110" Type="http://schemas.openxmlformats.org/officeDocument/2006/relationships/image" Target="../media/image197.png"/><Relationship Id="rId14" Type="http://schemas.openxmlformats.org/officeDocument/2006/relationships/image" Target="../media/image95.png"/><Relationship Id="rId17" Type="http://schemas.openxmlformats.org/officeDocument/2006/relationships/image" Target="../media/image87.png"/><Relationship Id="rId16" Type="http://schemas.openxmlformats.org/officeDocument/2006/relationships/image" Target="../media/image105.png"/><Relationship Id="rId19" Type="http://schemas.openxmlformats.org/officeDocument/2006/relationships/image" Target="../media/image81.png"/><Relationship Id="rId114" Type="http://schemas.openxmlformats.org/officeDocument/2006/relationships/image" Target="../media/image202.png"/><Relationship Id="rId18" Type="http://schemas.openxmlformats.org/officeDocument/2006/relationships/image" Target="../media/image98.png"/><Relationship Id="rId113" Type="http://schemas.openxmlformats.org/officeDocument/2006/relationships/image" Target="../media/image201.png"/><Relationship Id="rId112" Type="http://schemas.openxmlformats.org/officeDocument/2006/relationships/image" Target="../media/image206.png"/><Relationship Id="rId111" Type="http://schemas.openxmlformats.org/officeDocument/2006/relationships/image" Target="../media/image207.png"/><Relationship Id="rId84" Type="http://schemas.openxmlformats.org/officeDocument/2006/relationships/image" Target="../media/image154.png"/><Relationship Id="rId83" Type="http://schemas.openxmlformats.org/officeDocument/2006/relationships/image" Target="../media/image186.png"/><Relationship Id="rId86" Type="http://schemas.openxmlformats.org/officeDocument/2006/relationships/image" Target="../media/image151.png"/><Relationship Id="rId85" Type="http://schemas.openxmlformats.org/officeDocument/2006/relationships/image" Target="../media/image190.png"/><Relationship Id="rId88" Type="http://schemas.openxmlformats.org/officeDocument/2006/relationships/image" Target="../media/image196.png"/><Relationship Id="rId87" Type="http://schemas.openxmlformats.org/officeDocument/2006/relationships/image" Target="../media/image153.png"/><Relationship Id="rId89" Type="http://schemas.openxmlformats.org/officeDocument/2006/relationships/image" Target="../media/image160.png"/><Relationship Id="rId80" Type="http://schemas.openxmlformats.org/officeDocument/2006/relationships/image" Target="../media/image189.png"/><Relationship Id="rId82" Type="http://schemas.openxmlformats.org/officeDocument/2006/relationships/image" Target="../media/image152.png"/><Relationship Id="rId81" Type="http://schemas.openxmlformats.org/officeDocument/2006/relationships/image" Target="../media/image204.png"/><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5.png"/><Relationship Id="rId4" Type="http://schemas.openxmlformats.org/officeDocument/2006/relationships/image" Target="../media/image74.png"/><Relationship Id="rId9" Type="http://schemas.openxmlformats.org/officeDocument/2006/relationships/image" Target="../media/image70.png"/><Relationship Id="rId5" Type="http://schemas.openxmlformats.org/officeDocument/2006/relationships/image" Target="../media/image91.png"/><Relationship Id="rId6" Type="http://schemas.openxmlformats.org/officeDocument/2006/relationships/image" Target="../media/image66.png"/><Relationship Id="rId7" Type="http://schemas.openxmlformats.org/officeDocument/2006/relationships/image" Target="../media/image90.png"/><Relationship Id="rId8" Type="http://schemas.openxmlformats.org/officeDocument/2006/relationships/image" Target="../media/image69.png"/><Relationship Id="rId73" Type="http://schemas.openxmlformats.org/officeDocument/2006/relationships/image" Target="../media/image134.png"/><Relationship Id="rId72" Type="http://schemas.openxmlformats.org/officeDocument/2006/relationships/image" Target="../media/image171.png"/><Relationship Id="rId75" Type="http://schemas.openxmlformats.org/officeDocument/2006/relationships/image" Target="../media/image159.png"/><Relationship Id="rId74" Type="http://schemas.openxmlformats.org/officeDocument/2006/relationships/image" Target="../media/image144.png"/><Relationship Id="rId77" Type="http://schemas.openxmlformats.org/officeDocument/2006/relationships/image" Target="../media/image140.png"/><Relationship Id="rId76" Type="http://schemas.openxmlformats.org/officeDocument/2006/relationships/image" Target="../media/image146.png"/><Relationship Id="rId79" Type="http://schemas.openxmlformats.org/officeDocument/2006/relationships/image" Target="../media/image145.png"/><Relationship Id="rId78" Type="http://schemas.openxmlformats.org/officeDocument/2006/relationships/image" Target="../media/image174.png"/><Relationship Id="rId71" Type="http://schemas.openxmlformats.org/officeDocument/2006/relationships/image" Target="../media/image138.png"/><Relationship Id="rId70" Type="http://schemas.openxmlformats.org/officeDocument/2006/relationships/image" Target="../media/image183.png"/><Relationship Id="rId62" Type="http://schemas.openxmlformats.org/officeDocument/2006/relationships/image" Target="../media/image150.png"/><Relationship Id="rId61" Type="http://schemas.openxmlformats.org/officeDocument/2006/relationships/image" Target="../media/image133.png"/><Relationship Id="rId64" Type="http://schemas.openxmlformats.org/officeDocument/2006/relationships/image" Target="../media/image132.png"/><Relationship Id="rId63" Type="http://schemas.openxmlformats.org/officeDocument/2006/relationships/image" Target="../media/image169.png"/><Relationship Id="rId66" Type="http://schemas.openxmlformats.org/officeDocument/2006/relationships/image" Target="../media/image130.png"/><Relationship Id="rId65" Type="http://schemas.openxmlformats.org/officeDocument/2006/relationships/image" Target="../media/image128.png"/><Relationship Id="rId68" Type="http://schemas.openxmlformats.org/officeDocument/2006/relationships/image" Target="../media/image129.png"/><Relationship Id="rId67" Type="http://schemas.openxmlformats.org/officeDocument/2006/relationships/image" Target="../media/image147.png"/><Relationship Id="rId60" Type="http://schemas.openxmlformats.org/officeDocument/2006/relationships/image" Target="../media/image136.png"/><Relationship Id="rId69" Type="http://schemas.openxmlformats.org/officeDocument/2006/relationships/image" Target="../media/image131.png"/><Relationship Id="rId51" Type="http://schemas.openxmlformats.org/officeDocument/2006/relationships/image" Target="../media/image149.png"/><Relationship Id="rId50" Type="http://schemas.openxmlformats.org/officeDocument/2006/relationships/image" Target="../media/image137.png"/><Relationship Id="rId53" Type="http://schemas.openxmlformats.org/officeDocument/2006/relationships/image" Target="../media/image158.png"/><Relationship Id="rId52" Type="http://schemas.openxmlformats.org/officeDocument/2006/relationships/image" Target="../media/image135.png"/><Relationship Id="rId55" Type="http://schemas.openxmlformats.org/officeDocument/2006/relationships/image" Target="../media/image141.png"/><Relationship Id="rId54" Type="http://schemas.openxmlformats.org/officeDocument/2006/relationships/image" Target="../media/image125.png"/><Relationship Id="rId57" Type="http://schemas.openxmlformats.org/officeDocument/2006/relationships/image" Target="../media/image120.png"/><Relationship Id="rId56" Type="http://schemas.openxmlformats.org/officeDocument/2006/relationships/image" Target="../media/image118.png"/><Relationship Id="rId59" Type="http://schemas.openxmlformats.org/officeDocument/2006/relationships/image" Target="../media/image124.png"/><Relationship Id="rId58" Type="http://schemas.openxmlformats.org/officeDocument/2006/relationships/image" Target="../media/image16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pic>
        <p:nvPicPr>
          <p:cNvPr id="45" name="Google Shape;45;p1"/>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46" name="Google Shape;46;p1"/>
          <p:cNvSpPr txBox="1"/>
          <p:nvPr/>
        </p:nvSpPr>
        <p:spPr>
          <a:xfrm>
            <a:off x="458539" y="1222237"/>
            <a:ext cx="7015500" cy="5357100"/>
          </a:xfrm>
          <a:prstGeom prst="rect">
            <a:avLst/>
          </a:prstGeom>
          <a:noFill/>
          <a:ln>
            <a:noFill/>
          </a:ln>
        </p:spPr>
        <p:txBody>
          <a:bodyPr anchorCtr="0" anchor="t" bIns="0" lIns="0" spcFirstLastPara="1" rIns="0" wrap="square" tIns="135250">
            <a:spAutoFit/>
          </a:bodyPr>
          <a:lstStyle/>
          <a:p>
            <a:pPr indent="0" lvl="0" marL="12700" marR="0" rtl="0" algn="l">
              <a:lnSpc>
                <a:spcPct val="100000"/>
              </a:lnSpc>
              <a:spcBef>
                <a:spcPts val="0"/>
              </a:spcBef>
              <a:spcAft>
                <a:spcPts val="0"/>
              </a:spcAft>
              <a:buClr>
                <a:srgbClr val="000000"/>
              </a:buClr>
              <a:buSzPts val="4000"/>
              <a:buFont typeface="Arial"/>
              <a:buNone/>
            </a:pPr>
            <a:r>
              <a:rPr b="0" i="0" lang="en-US" sz="4000" u="none" cap="none" strike="noStrike">
                <a:solidFill>
                  <a:srgbClr val="FFC000"/>
                </a:solidFill>
                <a:latin typeface="Cambria"/>
                <a:ea typeface="Cambria"/>
                <a:cs typeface="Cambria"/>
                <a:sym typeface="Cambria"/>
              </a:rPr>
              <a:t>6CS005</a:t>
            </a:r>
            <a:endParaRPr b="0" i="0" sz="4000" u="none" cap="none" strike="noStrike">
              <a:solidFill>
                <a:srgbClr val="000000"/>
              </a:solidFill>
              <a:latin typeface="Cambria"/>
              <a:ea typeface="Cambria"/>
              <a:cs typeface="Cambria"/>
              <a:sym typeface="Cambria"/>
            </a:endParaRPr>
          </a:p>
          <a:p>
            <a:pPr indent="0" lvl="0" marL="12700" marR="0" rtl="0" algn="l">
              <a:lnSpc>
                <a:spcPct val="100000"/>
              </a:lnSpc>
              <a:spcBef>
                <a:spcPts val="960"/>
              </a:spcBef>
              <a:spcAft>
                <a:spcPts val="0"/>
              </a:spcAft>
              <a:buClr>
                <a:srgbClr val="000000"/>
              </a:buClr>
              <a:buSzPts val="4000"/>
              <a:buFont typeface="Arial"/>
              <a:buNone/>
            </a:pPr>
            <a:r>
              <a:t/>
            </a:r>
            <a:endParaRPr b="0" i="0" sz="4000" u="none" cap="none" strike="noStrike">
              <a:solidFill>
                <a:srgbClr val="FFC000"/>
              </a:solidFill>
              <a:latin typeface="Cambria"/>
              <a:ea typeface="Cambria"/>
              <a:cs typeface="Cambria"/>
              <a:sym typeface="Cambria"/>
            </a:endParaRPr>
          </a:p>
          <a:p>
            <a:pPr indent="0" lvl="0" marL="12700" marR="0" rtl="0" algn="l">
              <a:lnSpc>
                <a:spcPct val="100000"/>
              </a:lnSpc>
              <a:spcBef>
                <a:spcPts val="960"/>
              </a:spcBef>
              <a:spcAft>
                <a:spcPts val="0"/>
              </a:spcAft>
              <a:buClr>
                <a:srgbClr val="000000"/>
              </a:buClr>
              <a:buSzPts val="4000"/>
              <a:buFont typeface="Arial"/>
              <a:buNone/>
            </a:pPr>
            <a:r>
              <a:rPr b="0" i="0" lang="en-US" sz="4000" u="none" cap="none" strike="noStrike">
                <a:solidFill>
                  <a:srgbClr val="FFC000"/>
                </a:solidFill>
                <a:latin typeface="Cambria"/>
                <a:ea typeface="Cambria"/>
                <a:cs typeface="Cambria"/>
                <a:sym typeface="Cambria"/>
              </a:rPr>
              <a:t>High Performance Computing</a:t>
            </a:r>
            <a:endParaRPr b="0" i="0" sz="4000" u="none" cap="none" strike="noStrike">
              <a:solidFill>
                <a:srgbClr val="000000"/>
              </a:solidFill>
              <a:latin typeface="Cambria"/>
              <a:ea typeface="Cambria"/>
              <a:cs typeface="Cambria"/>
              <a:sym typeface="Cambria"/>
            </a:endParaRPr>
          </a:p>
          <a:p>
            <a:pPr indent="0" lvl="0" marL="12700" marR="0" rtl="0" algn="l">
              <a:lnSpc>
                <a:spcPct val="100000"/>
              </a:lnSpc>
              <a:spcBef>
                <a:spcPts val="1135"/>
              </a:spcBef>
              <a:spcAft>
                <a:spcPts val="0"/>
              </a:spcAft>
              <a:buClr>
                <a:srgbClr val="000000"/>
              </a:buClr>
              <a:buSzPts val="4800"/>
              <a:buFont typeface="Arial"/>
              <a:buNone/>
            </a:pPr>
            <a:r>
              <a:rPr b="0" i="0" lang="en-US" sz="4800" u="none" cap="none" strike="noStrike">
                <a:solidFill>
                  <a:srgbClr val="FFC000"/>
                </a:solidFill>
                <a:latin typeface="Cambria"/>
                <a:ea typeface="Cambria"/>
                <a:cs typeface="Cambria"/>
                <a:sym typeface="Cambria"/>
              </a:rPr>
              <a:t>Lecture 10</a:t>
            </a:r>
            <a:endParaRPr b="0" i="0" sz="4800" u="none" cap="none" strike="noStrike">
              <a:solidFill>
                <a:srgbClr val="FFC000"/>
              </a:solidFill>
              <a:latin typeface="Cambria"/>
              <a:ea typeface="Cambria"/>
              <a:cs typeface="Cambria"/>
              <a:sym typeface="Cambria"/>
            </a:endParaRPr>
          </a:p>
          <a:p>
            <a:pPr indent="0" lvl="0" marL="12700" marR="0" rtl="0" algn="l">
              <a:lnSpc>
                <a:spcPct val="100000"/>
              </a:lnSpc>
              <a:spcBef>
                <a:spcPts val="1135"/>
              </a:spcBef>
              <a:spcAft>
                <a:spcPts val="0"/>
              </a:spcAft>
              <a:buClr>
                <a:srgbClr val="000000"/>
              </a:buClr>
              <a:buSzPts val="4800"/>
              <a:buFont typeface="Arial"/>
              <a:buNone/>
            </a:pPr>
            <a:r>
              <a:t/>
            </a:r>
            <a:endParaRPr b="0" i="0" sz="4800" u="none" cap="none" strike="noStrike">
              <a:solidFill>
                <a:srgbClr val="FFC000"/>
              </a:solidFill>
              <a:latin typeface="Cambria"/>
              <a:ea typeface="Cambria"/>
              <a:cs typeface="Cambria"/>
              <a:sym typeface="Cambria"/>
            </a:endParaRPr>
          </a:p>
          <a:p>
            <a:pPr indent="0" lvl="0" marL="12700" marR="711835" rtl="0" algn="l">
              <a:lnSpc>
                <a:spcPct val="100499"/>
              </a:lnSpc>
              <a:spcBef>
                <a:spcPts val="965"/>
              </a:spcBef>
              <a:spcAft>
                <a:spcPts val="0"/>
              </a:spcAft>
              <a:buClr>
                <a:srgbClr val="000000"/>
              </a:buClr>
              <a:buSzPts val="4000"/>
              <a:buFont typeface="Arial"/>
              <a:buNone/>
            </a:pPr>
            <a:r>
              <a:rPr b="0" i="0" lang="en-US" sz="4000" u="none" cap="none" strike="noStrike">
                <a:solidFill>
                  <a:srgbClr val="00AF50"/>
                </a:solidFill>
                <a:latin typeface="Cambria"/>
                <a:ea typeface="Cambria"/>
                <a:cs typeface="Cambria"/>
                <a:sym typeface="Cambria"/>
              </a:rPr>
              <a:t>Concept of CUDA Threads, Blocks and Grids</a:t>
            </a:r>
            <a:endParaRPr b="0" i="0" sz="4000" u="none" cap="none" strike="noStrike">
              <a:solidFill>
                <a:srgbClr val="000000"/>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ph type="title"/>
          </p:nvPr>
        </p:nvSpPr>
        <p:spPr>
          <a:xfrm>
            <a:off x="2414142" y="151333"/>
            <a:ext cx="5427980"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a:t>CUDA Threads, Blocks and Grids</a:t>
            </a:r>
            <a:endParaRPr/>
          </a:p>
        </p:txBody>
      </p:sp>
      <p:sp>
        <p:nvSpPr>
          <p:cNvPr id="52" name="Google Shape;52;p2"/>
          <p:cNvSpPr txBox="1"/>
          <p:nvPr/>
        </p:nvSpPr>
        <p:spPr>
          <a:xfrm>
            <a:off x="12" y="1364903"/>
            <a:ext cx="9144000" cy="3118200"/>
          </a:xfrm>
          <a:prstGeom prst="rect">
            <a:avLst/>
          </a:prstGeom>
          <a:noFill/>
          <a:ln>
            <a:noFill/>
          </a:ln>
        </p:spPr>
        <p:txBody>
          <a:bodyPr anchorCtr="0" anchor="t" bIns="0" lIns="0" spcFirstLastPara="1" rIns="0" wrap="square" tIns="43175">
            <a:spAutoFit/>
          </a:bodyPr>
          <a:lstStyle/>
          <a:p>
            <a:pPr indent="-457200" lvl="0" marL="469900" marR="393065" rtl="0" algn="l">
              <a:lnSpc>
                <a:spcPct val="114339"/>
              </a:lnSpc>
              <a:spcBef>
                <a:spcPts val="0"/>
              </a:spcBef>
              <a:spcAft>
                <a:spcPts val="0"/>
              </a:spcAft>
              <a:buClr>
                <a:srgbClr val="000000"/>
              </a:buClr>
              <a:buSzPts val="2650"/>
              <a:buFont typeface="Arial"/>
              <a:buChar char="•"/>
            </a:pPr>
            <a:r>
              <a:rPr b="0" i="0" lang="en-US" sz="2650" u="none" cap="none" strike="noStrike">
                <a:solidFill>
                  <a:srgbClr val="000000"/>
                </a:solidFill>
                <a:latin typeface="Arial"/>
                <a:ea typeface="Arial"/>
                <a:cs typeface="Arial"/>
                <a:sym typeface="Arial"/>
              </a:rPr>
              <a:t>A multithreaded program is partitioned into blocks of threads that execute independently from each other.</a:t>
            </a:r>
            <a:endParaRPr b="0" i="0" sz="2650" u="none" cap="none" strike="noStrike">
              <a:solidFill>
                <a:srgbClr val="000000"/>
              </a:solidFill>
              <a:latin typeface="Arial"/>
              <a:ea typeface="Arial"/>
              <a:cs typeface="Arial"/>
              <a:sym typeface="Arial"/>
            </a:endParaRPr>
          </a:p>
          <a:p>
            <a:pPr indent="-457200" lvl="0" marL="469900" marR="654050" rtl="0" algn="l">
              <a:lnSpc>
                <a:spcPct val="114339"/>
              </a:lnSpc>
              <a:spcBef>
                <a:spcPts val="1145"/>
              </a:spcBef>
              <a:spcAft>
                <a:spcPts val="0"/>
              </a:spcAft>
              <a:buClr>
                <a:srgbClr val="000000"/>
              </a:buClr>
              <a:buSzPts val="2650"/>
              <a:buFont typeface="Arial"/>
              <a:buChar char="•"/>
            </a:pPr>
            <a:r>
              <a:rPr b="0" i="0" lang="en-US" sz="2650" u="none" cap="none" strike="noStrike">
                <a:solidFill>
                  <a:srgbClr val="000000"/>
                </a:solidFill>
                <a:latin typeface="Arial"/>
                <a:ea typeface="Arial"/>
                <a:cs typeface="Arial"/>
                <a:sym typeface="Arial"/>
              </a:rPr>
              <a:t>A kernel function runs on the GPU using N parallel threads.</a:t>
            </a:r>
            <a:endParaRPr b="0" i="0" sz="2650" u="none" cap="none" strike="noStrike">
              <a:solidFill>
                <a:srgbClr val="000000"/>
              </a:solidFill>
              <a:latin typeface="Arial"/>
              <a:ea typeface="Arial"/>
              <a:cs typeface="Arial"/>
              <a:sym typeface="Arial"/>
            </a:endParaRPr>
          </a:p>
          <a:p>
            <a:pPr indent="-456565" lvl="0" marL="469265" marR="0" rtl="0" algn="l">
              <a:lnSpc>
                <a:spcPct val="100000"/>
              </a:lnSpc>
              <a:spcBef>
                <a:spcPts val="700"/>
              </a:spcBef>
              <a:spcAft>
                <a:spcPts val="0"/>
              </a:spcAft>
              <a:buClr>
                <a:srgbClr val="000000"/>
              </a:buClr>
              <a:buSzPts val="2650"/>
              <a:buFont typeface="Arial"/>
              <a:buChar char="•"/>
            </a:pPr>
            <a:r>
              <a:rPr b="0" i="0" lang="en-US" sz="2650" u="none" cap="none" strike="noStrike">
                <a:solidFill>
                  <a:srgbClr val="000000"/>
                </a:solidFill>
                <a:latin typeface="Arial"/>
                <a:ea typeface="Arial"/>
                <a:cs typeface="Arial"/>
                <a:sym typeface="Arial"/>
              </a:rPr>
              <a:t>Threads are grouped into 1, 2 or 3 dimensional blocks.</a:t>
            </a:r>
            <a:endParaRPr b="0" i="0" sz="2650" u="none" cap="none" strike="noStrike">
              <a:solidFill>
                <a:srgbClr val="000000"/>
              </a:solidFill>
              <a:latin typeface="Arial"/>
              <a:ea typeface="Arial"/>
              <a:cs typeface="Arial"/>
              <a:sym typeface="Arial"/>
            </a:endParaRPr>
          </a:p>
          <a:p>
            <a:pPr indent="-456565" lvl="0" marL="469265" marR="0" rtl="0" algn="l">
              <a:lnSpc>
                <a:spcPct val="100000"/>
              </a:lnSpc>
              <a:spcBef>
                <a:spcPts val="1220"/>
              </a:spcBef>
              <a:spcAft>
                <a:spcPts val="0"/>
              </a:spcAft>
              <a:buClr>
                <a:srgbClr val="000000"/>
              </a:buClr>
              <a:buSzPts val="2650"/>
              <a:buFont typeface="Arial"/>
              <a:buChar char="•"/>
            </a:pPr>
            <a:r>
              <a:rPr b="0" i="0" lang="en-US" sz="2650" u="none" cap="none" strike="noStrike">
                <a:solidFill>
                  <a:srgbClr val="000000"/>
                </a:solidFill>
                <a:latin typeface="Arial"/>
                <a:ea typeface="Arial"/>
                <a:cs typeface="Arial"/>
                <a:sym typeface="Arial"/>
              </a:rPr>
              <a:t>Blocks are grouped into a 1, 2 or 3 dimensional grid.</a:t>
            </a:r>
            <a:endParaRPr b="0" i="0" sz="265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id="57" name="Google Shape;57;p3"/>
          <p:cNvPicPr preferRelativeResize="0"/>
          <p:nvPr/>
        </p:nvPicPr>
        <p:blipFill rotWithShape="1">
          <a:blip r:embed="rId3">
            <a:alphaModFix/>
          </a:blip>
          <a:srcRect b="0" l="0" r="0" t="0"/>
          <a:stretch/>
        </p:blipFill>
        <p:spPr>
          <a:xfrm>
            <a:off x="4505197" y="817041"/>
            <a:ext cx="4608830" cy="5875655"/>
          </a:xfrm>
          <a:prstGeom prst="rect">
            <a:avLst/>
          </a:prstGeom>
          <a:noFill/>
          <a:ln>
            <a:noFill/>
          </a:ln>
        </p:spPr>
      </p:pic>
      <p:sp>
        <p:nvSpPr>
          <p:cNvPr id="58" name="Google Shape;58;p3"/>
          <p:cNvSpPr txBox="1"/>
          <p:nvPr/>
        </p:nvSpPr>
        <p:spPr>
          <a:xfrm>
            <a:off x="180543" y="199720"/>
            <a:ext cx="7733030" cy="4887595"/>
          </a:xfrm>
          <a:prstGeom prst="rect">
            <a:avLst/>
          </a:prstGeom>
          <a:noFill/>
          <a:ln>
            <a:noFill/>
          </a:ln>
        </p:spPr>
        <p:txBody>
          <a:bodyPr anchorCtr="0" anchor="t" bIns="0" lIns="0" spcFirstLastPara="1" rIns="0" wrap="square" tIns="13950">
            <a:spAutoFit/>
          </a:bodyPr>
          <a:lstStyle/>
          <a:p>
            <a:pPr indent="0" lvl="0" marL="231775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CUDA Threads, Blocks and Grids</a:t>
            </a:r>
            <a:endParaRPr b="0" i="0" sz="2800" u="none" cap="none" strike="noStrike">
              <a:solidFill>
                <a:srgbClr val="000000"/>
              </a:solidFill>
              <a:latin typeface="Cambria"/>
              <a:ea typeface="Cambria"/>
              <a:cs typeface="Cambria"/>
              <a:sym typeface="Cambria"/>
            </a:endParaRPr>
          </a:p>
          <a:p>
            <a:pPr indent="0" lvl="0" marL="0" marR="0" rtl="0" algn="l">
              <a:lnSpc>
                <a:spcPct val="100000"/>
              </a:lnSpc>
              <a:spcBef>
                <a:spcPts val="110"/>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a:p>
            <a:pPr indent="-457833" lvl="0" marL="469900" marR="4252595" rtl="0" algn="l">
              <a:lnSpc>
                <a:spcPct val="93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Each thread's unique id is calculated from the thread	index and block index.</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204"/>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833" lvl="0" marL="469900" marR="3862070" rtl="0" algn="l">
              <a:lnSpc>
                <a:spcPct val="111785"/>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Here we have a 2 dimensional	grid of blocks, with each grid being 2 dimensional.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4"/>
          <p:cNvSpPr txBox="1"/>
          <p:nvPr/>
        </p:nvSpPr>
        <p:spPr>
          <a:xfrm>
            <a:off x="271983" y="1072718"/>
            <a:ext cx="8274684" cy="4417060"/>
          </a:xfrm>
          <a:prstGeom prst="rect">
            <a:avLst/>
          </a:prstGeom>
          <a:noFill/>
          <a:ln>
            <a:noFill/>
          </a:ln>
        </p:spPr>
        <p:txBody>
          <a:bodyPr anchorCtr="0" anchor="t" bIns="0" lIns="0" spcFirstLastPara="1" rIns="0" wrap="square" tIns="13325">
            <a:spAutoFit/>
          </a:bodyPr>
          <a:lstStyle/>
          <a:p>
            <a:pPr indent="-457200" lvl="0" marL="4699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Threads are grouped into blocks.</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50"/>
              </a:spcBef>
              <a:spcAft>
                <a:spcPts val="0"/>
              </a:spcAft>
              <a:buClr>
                <a:srgbClr val="000000"/>
              </a:buClr>
              <a:buSzPts val="3200"/>
              <a:buFont typeface="Arial"/>
              <a:buNone/>
            </a:pPr>
            <a:r>
              <a:t/>
            </a:r>
            <a:endParaRPr b="0" i="0" sz="3200" u="none" cap="none" strike="noStrike">
              <a:solidFill>
                <a:srgbClr val="000000"/>
              </a:solidFill>
              <a:latin typeface="Times New Roman"/>
              <a:ea typeface="Times New Roman"/>
              <a:cs typeface="Times New Roman"/>
              <a:sym typeface="Times New Roman"/>
            </a:endParaRPr>
          </a:p>
          <a:p>
            <a:pPr indent="-457200" lvl="0" marL="469900" marR="0" rtl="0" algn="l">
              <a:lnSpc>
                <a:spcPct val="100000"/>
              </a:lnSpc>
              <a:spcBef>
                <a:spcPts val="5"/>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Blocks are grouped into a grid.</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90"/>
              </a:spcBef>
              <a:spcAft>
                <a:spcPts val="0"/>
              </a:spcAft>
              <a:buClr>
                <a:srgbClr val="000000"/>
              </a:buClr>
              <a:buSzPts val="3200"/>
              <a:buFont typeface="Arial"/>
              <a:buNone/>
            </a:pPr>
            <a:r>
              <a:t/>
            </a:r>
            <a:endParaRPr b="0" i="0" sz="3200" u="none" cap="none" strike="noStrike">
              <a:solidFill>
                <a:srgbClr val="000000"/>
              </a:solidFill>
              <a:latin typeface="Times New Roman"/>
              <a:ea typeface="Times New Roman"/>
              <a:cs typeface="Times New Roman"/>
              <a:sym typeface="Times New Roman"/>
            </a:endParaRPr>
          </a:p>
          <a:p>
            <a:pPr indent="-457200" lvl="0" marL="4699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Both the grid and blocks are 3 dimensional</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55"/>
              </a:spcBef>
              <a:spcAft>
                <a:spcPts val="0"/>
              </a:spcAft>
              <a:buClr>
                <a:srgbClr val="000000"/>
              </a:buClr>
              <a:buSzPts val="3200"/>
              <a:buFont typeface="Arial"/>
              <a:buNone/>
            </a:pPr>
            <a:r>
              <a:t/>
            </a:r>
            <a:endParaRPr b="0" i="0" sz="3200" u="none" cap="none" strike="noStrike">
              <a:solidFill>
                <a:srgbClr val="000000"/>
              </a:solidFill>
              <a:latin typeface="Times New Roman"/>
              <a:ea typeface="Times New Roman"/>
              <a:cs typeface="Times New Roman"/>
              <a:sym typeface="Times New Roman"/>
            </a:endParaRPr>
          </a:p>
          <a:p>
            <a:pPr indent="-457833" lvl="0" marL="469900" marR="5080" rtl="0" algn="l">
              <a:lnSpc>
                <a:spcPct val="999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So a specific thread	needs to be indexed using the x, y, z index of the block in the grid	and the x, y, z index of the block in the thread.</a:t>
            </a:r>
            <a:endParaRPr b="0" i="0" sz="3200" u="none" cap="none" strike="noStrike">
              <a:solidFill>
                <a:srgbClr val="000000"/>
              </a:solidFill>
              <a:latin typeface="Times New Roman"/>
              <a:ea typeface="Times New Roman"/>
              <a:cs typeface="Times New Roman"/>
              <a:sym typeface="Times New Roman"/>
            </a:endParaRPr>
          </a:p>
        </p:txBody>
      </p:sp>
      <p:sp>
        <p:nvSpPr>
          <p:cNvPr id="64" name="Google Shape;64;p4"/>
          <p:cNvSpPr txBox="1"/>
          <p:nvPr>
            <p:ph type="title"/>
          </p:nvPr>
        </p:nvSpPr>
        <p:spPr>
          <a:xfrm>
            <a:off x="2486025" y="242773"/>
            <a:ext cx="5427980"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a:t>CUDA Threads, Blocks and Grids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5"/>
          <p:cNvSpPr txBox="1"/>
          <p:nvPr/>
        </p:nvSpPr>
        <p:spPr>
          <a:xfrm>
            <a:off x="258267" y="237236"/>
            <a:ext cx="8545195" cy="1865630"/>
          </a:xfrm>
          <a:prstGeom prst="rect">
            <a:avLst/>
          </a:prstGeom>
          <a:noFill/>
          <a:ln>
            <a:noFill/>
          </a:ln>
        </p:spPr>
        <p:txBody>
          <a:bodyPr anchorCtr="0" anchor="t" bIns="0" lIns="0" spcFirstLastPara="1" rIns="0" wrap="square" tIns="13325">
            <a:spAutoFit/>
          </a:bodyPr>
          <a:lstStyle/>
          <a:p>
            <a:pPr indent="0" lvl="0" marL="231775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Moving to Parallel</a:t>
            </a:r>
            <a:endParaRPr b="0" i="0" sz="2800" u="none" cap="none" strike="noStrike">
              <a:solidFill>
                <a:srgbClr val="000000"/>
              </a:solidFill>
              <a:latin typeface="Cambria"/>
              <a:ea typeface="Cambria"/>
              <a:cs typeface="Cambria"/>
              <a:sym typeface="Cambria"/>
            </a:endParaRPr>
          </a:p>
          <a:p>
            <a:pPr indent="-342900" lvl="0" marL="355600" marR="0" rtl="0" algn="l">
              <a:lnSpc>
                <a:spcPct val="100000"/>
              </a:lnSpc>
              <a:spcBef>
                <a:spcPts val="3219"/>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GPU computing is about massive parallelism</a:t>
            </a:r>
            <a:endParaRPr b="0" i="0" sz="3200" u="none" cap="none" strike="noStrike">
              <a:solidFill>
                <a:srgbClr val="000000"/>
              </a:solidFill>
              <a:latin typeface="Arial"/>
              <a:ea typeface="Arial"/>
              <a:cs typeface="Arial"/>
              <a:sym typeface="Arial"/>
            </a:endParaRPr>
          </a:p>
          <a:p>
            <a:pPr indent="0" lvl="0" marL="469900" marR="0" rtl="0" algn="l">
              <a:lnSpc>
                <a:spcPct val="100000"/>
              </a:lnSpc>
              <a:spcBef>
                <a:spcPts val="70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So how do we run code in parallel on the device?</a:t>
            </a:r>
            <a:endParaRPr b="0" i="0" sz="2800" u="none" cap="none" strike="noStrike">
              <a:solidFill>
                <a:srgbClr val="000000"/>
              </a:solidFill>
              <a:latin typeface="Arial"/>
              <a:ea typeface="Arial"/>
              <a:cs typeface="Arial"/>
              <a:sym typeface="Arial"/>
            </a:endParaRPr>
          </a:p>
        </p:txBody>
      </p:sp>
      <p:pic>
        <p:nvPicPr>
          <p:cNvPr id="70" name="Google Shape;70;p5"/>
          <p:cNvPicPr preferRelativeResize="0"/>
          <p:nvPr/>
        </p:nvPicPr>
        <p:blipFill rotWithShape="1">
          <a:blip r:embed="rId3">
            <a:alphaModFix/>
          </a:blip>
          <a:srcRect b="0" l="0" r="0" t="0"/>
          <a:stretch/>
        </p:blipFill>
        <p:spPr>
          <a:xfrm>
            <a:off x="3433571" y="3579876"/>
            <a:ext cx="178308" cy="470916"/>
          </a:xfrm>
          <a:prstGeom prst="rect">
            <a:avLst/>
          </a:prstGeom>
          <a:noFill/>
          <a:ln>
            <a:noFill/>
          </a:ln>
        </p:spPr>
      </p:pic>
      <p:sp>
        <p:nvSpPr>
          <p:cNvPr id="71" name="Google Shape;71;p5"/>
          <p:cNvSpPr/>
          <p:nvPr/>
        </p:nvSpPr>
        <p:spPr>
          <a:xfrm>
            <a:off x="3491865" y="3608959"/>
            <a:ext cx="62230" cy="366395"/>
          </a:xfrm>
          <a:custGeom>
            <a:rect b="b" l="l" r="r" t="t"/>
            <a:pathLst>
              <a:path extrusionOk="0" h="366395" w="62229">
                <a:moveTo>
                  <a:pt x="46355" y="0"/>
                </a:moveTo>
                <a:lnTo>
                  <a:pt x="15494" y="0"/>
                </a:lnTo>
                <a:lnTo>
                  <a:pt x="15494" y="335280"/>
                </a:lnTo>
                <a:lnTo>
                  <a:pt x="0" y="335280"/>
                </a:lnTo>
                <a:lnTo>
                  <a:pt x="30861" y="366141"/>
                </a:lnTo>
                <a:lnTo>
                  <a:pt x="61849" y="335280"/>
                </a:lnTo>
                <a:lnTo>
                  <a:pt x="46355" y="335280"/>
                </a:lnTo>
                <a:lnTo>
                  <a:pt x="46355" y="0"/>
                </a:lnTo>
                <a:close/>
              </a:path>
            </a:pathLst>
          </a:custGeom>
          <a:solidFill>
            <a:srgbClr val="8080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72" name="Google Shape;72;p5"/>
          <p:cNvGraphicFramePr/>
          <p:nvPr/>
        </p:nvGraphicFramePr>
        <p:xfrm>
          <a:off x="2068957" y="2757378"/>
          <a:ext cx="3000000" cy="3000000"/>
        </p:xfrm>
        <a:graphic>
          <a:graphicData uri="http://schemas.openxmlformats.org/drawingml/2006/table">
            <a:tbl>
              <a:tblPr bandRow="1" firstRow="1">
                <a:noFill/>
                <a:tableStyleId>{4E501826-8B68-497C-9E6C-C25F770EEAD1}</a:tableStyleId>
              </a:tblPr>
              <a:tblGrid>
                <a:gridCol w="1025525"/>
                <a:gridCol w="428000"/>
                <a:gridCol w="1357625"/>
              </a:tblGrid>
              <a:tr h="510550">
                <a:tc>
                  <a:txBody>
                    <a:bodyPr/>
                    <a:lstStyle/>
                    <a:p>
                      <a:pPr indent="0" lvl="0" marL="31750" marR="0" rtl="0" algn="l">
                        <a:lnSpc>
                          <a:spcPct val="104000"/>
                        </a:lnSpc>
                        <a:spcBef>
                          <a:spcPts val="0"/>
                        </a:spcBef>
                        <a:spcAft>
                          <a:spcPts val="0"/>
                        </a:spcAft>
                        <a:buClr>
                          <a:srgbClr val="000000"/>
                        </a:buClr>
                        <a:buSzPts val="2000"/>
                        <a:buFont typeface="Arial"/>
                        <a:buNone/>
                      </a:pPr>
                      <a:r>
                        <a:rPr b="1" lang="en-US" sz="2000" u="none" cap="none" strike="noStrike">
                          <a:latin typeface="Courier New"/>
                          <a:ea typeface="Courier New"/>
                          <a:cs typeface="Courier New"/>
                          <a:sym typeface="Courier New"/>
                        </a:rPr>
                        <a:t>add&lt;&lt;&lt;</a:t>
                      </a:r>
                      <a:endParaRPr sz="2000" u="none" cap="none" strike="noStrike">
                        <a:latin typeface="Courier New"/>
                        <a:ea typeface="Courier New"/>
                        <a:cs typeface="Courier New"/>
                        <a:sym typeface="Courier New"/>
                      </a:endParaRPr>
                    </a:p>
                  </a:txBody>
                  <a:tcPr marT="0" marB="0" marR="0" marL="0"/>
                </a:tc>
                <a:tc>
                  <a:txBody>
                    <a:bodyPr/>
                    <a:lstStyle/>
                    <a:p>
                      <a:pPr indent="0" lvl="0" marL="29209" marR="0" rtl="0" algn="ctr">
                        <a:lnSpc>
                          <a:spcPct val="104000"/>
                        </a:lnSpc>
                        <a:spcBef>
                          <a:spcPts val="0"/>
                        </a:spcBef>
                        <a:spcAft>
                          <a:spcPts val="0"/>
                        </a:spcAft>
                        <a:buClr>
                          <a:srgbClr val="000000"/>
                        </a:buClr>
                        <a:buSzPts val="2000"/>
                        <a:buFont typeface="Arial"/>
                        <a:buNone/>
                      </a:pPr>
                      <a:r>
                        <a:rPr b="1" lang="en-US" sz="2000" u="none" cap="none" strike="noStrike">
                          <a:latin typeface="Courier New"/>
                          <a:ea typeface="Courier New"/>
                          <a:cs typeface="Courier New"/>
                          <a:sym typeface="Courier New"/>
                        </a:rPr>
                        <a:t>1,</a:t>
                      </a:r>
                      <a:endParaRPr sz="2000" u="none" cap="none" strike="noStrike">
                        <a:latin typeface="Courier New"/>
                        <a:ea typeface="Courier New"/>
                        <a:cs typeface="Courier New"/>
                        <a:sym typeface="Courier New"/>
                      </a:endParaRPr>
                    </a:p>
                  </a:txBody>
                  <a:tcPr marT="0" marB="0" marR="0" marL="0"/>
                </a:tc>
                <a:tc>
                  <a:txBody>
                    <a:bodyPr/>
                    <a:lstStyle/>
                    <a:p>
                      <a:pPr indent="0" lvl="0" marL="105410" marR="0" rtl="0" algn="l">
                        <a:lnSpc>
                          <a:spcPct val="104000"/>
                        </a:lnSpc>
                        <a:spcBef>
                          <a:spcPts val="0"/>
                        </a:spcBef>
                        <a:spcAft>
                          <a:spcPts val="0"/>
                        </a:spcAft>
                        <a:buClr>
                          <a:srgbClr val="000000"/>
                        </a:buClr>
                        <a:buSzPts val="2000"/>
                        <a:buFont typeface="Arial"/>
                        <a:buNone/>
                      </a:pPr>
                      <a:r>
                        <a:rPr b="1" lang="en-US" sz="2000" u="none" cap="none" strike="noStrike">
                          <a:latin typeface="Courier New"/>
                          <a:ea typeface="Courier New"/>
                          <a:cs typeface="Courier New"/>
                          <a:sym typeface="Courier New"/>
                        </a:rPr>
                        <a:t>1 &gt;&gt;&gt;();</a:t>
                      </a:r>
                      <a:endParaRPr sz="2000" u="none" cap="none" strike="noStrike">
                        <a:latin typeface="Courier New"/>
                        <a:ea typeface="Courier New"/>
                        <a:cs typeface="Courier New"/>
                        <a:sym typeface="Courier New"/>
                      </a:endParaRPr>
                    </a:p>
                  </a:txBody>
                  <a:tcPr marT="0" marB="0" marR="0" marL="0"/>
                </a:tc>
              </a:tr>
              <a:tr h="675650">
                <a:tc>
                  <a:txBody>
                    <a:bodyPr/>
                    <a:lstStyle/>
                    <a:p>
                      <a:pPr indent="0" lvl="0" marL="31750" marR="0" rtl="0" algn="l">
                        <a:lnSpc>
                          <a:spcPct val="100000"/>
                        </a:lnSpc>
                        <a:spcBef>
                          <a:spcPts val="0"/>
                        </a:spcBef>
                        <a:spcAft>
                          <a:spcPts val="0"/>
                        </a:spcAft>
                        <a:buClr>
                          <a:srgbClr val="000000"/>
                        </a:buClr>
                        <a:buSzPts val="2000"/>
                        <a:buFont typeface="Arial"/>
                        <a:buNone/>
                      </a:pPr>
                      <a:r>
                        <a:rPr b="1" lang="en-US" sz="2000" u="none" cap="none" strike="noStrike">
                          <a:latin typeface="Courier New"/>
                          <a:ea typeface="Courier New"/>
                          <a:cs typeface="Courier New"/>
                          <a:sym typeface="Courier New"/>
                        </a:rPr>
                        <a:t>add&lt;&lt;&lt;</a:t>
                      </a:r>
                      <a:endParaRPr sz="2000" u="none" cap="none" strike="noStrike">
                        <a:latin typeface="Courier New"/>
                        <a:ea typeface="Courier New"/>
                        <a:cs typeface="Courier New"/>
                        <a:sym typeface="Courier New"/>
                      </a:endParaRPr>
                    </a:p>
                  </a:txBody>
                  <a:tcPr marT="179700" marB="0" marR="0" marL="0"/>
                </a:tc>
                <a:tc>
                  <a:txBody>
                    <a:bodyPr/>
                    <a:lstStyle/>
                    <a:p>
                      <a:pPr indent="0" lvl="0" marL="29209" marR="0" rtl="0" algn="ctr">
                        <a:lnSpc>
                          <a:spcPct val="100000"/>
                        </a:lnSpc>
                        <a:spcBef>
                          <a:spcPts val="0"/>
                        </a:spcBef>
                        <a:spcAft>
                          <a:spcPts val="0"/>
                        </a:spcAft>
                        <a:buClr>
                          <a:srgbClr val="000000"/>
                        </a:buClr>
                        <a:buSzPts val="2000"/>
                        <a:buFont typeface="Arial"/>
                        <a:buNone/>
                      </a:pPr>
                      <a:r>
                        <a:rPr b="1" lang="en-US" sz="2000" u="none" cap="none" strike="noStrike">
                          <a:solidFill>
                            <a:srgbClr val="FF9933"/>
                          </a:solidFill>
                          <a:latin typeface="Courier New"/>
                          <a:ea typeface="Courier New"/>
                          <a:cs typeface="Courier New"/>
                          <a:sym typeface="Courier New"/>
                        </a:rPr>
                        <a:t>N</a:t>
                      </a:r>
                      <a:r>
                        <a:rPr b="1" lang="en-US" sz="2000" u="none" cap="none" strike="noStrike">
                          <a:latin typeface="Courier New"/>
                          <a:ea typeface="Courier New"/>
                          <a:cs typeface="Courier New"/>
                          <a:sym typeface="Courier New"/>
                        </a:rPr>
                        <a:t>,</a:t>
                      </a:r>
                      <a:endParaRPr sz="2000" u="none" cap="none" strike="noStrike">
                        <a:latin typeface="Courier New"/>
                        <a:ea typeface="Courier New"/>
                        <a:cs typeface="Courier New"/>
                        <a:sym typeface="Courier New"/>
                      </a:endParaRPr>
                    </a:p>
                  </a:txBody>
                  <a:tcPr marT="179700" marB="0" marR="0" marL="0">
                    <a:lnR cap="flat" cmpd="sng" w="76200">
                      <a:solidFill>
                        <a:srgbClr val="92D050"/>
                      </a:solidFill>
                      <a:prstDash val="solid"/>
                      <a:round/>
                      <a:headEnd len="sm" w="sm" type="none"/>
                      <a:tailEnd len="sm" w="sm" type="none"/>
                    </a:lnR>
                  </a:tcPr>
                </a:tc>
                <a:tc>
                  <a:txBody>
                    <a:bodyPr/>
                    <a:lstStyle/>
                    <a:p>
                      <a:pPr indent="0" lvl="0" marL="105410" marR="0" rtl="0" algn="l">
                        <a:lnSpc>
                          <a:spcPct val="100000"/>
                        </a:lnSpc>
                        <a:spcBef>
                          <a:spcPts val="0"/>
                        </a:spcBef>
                        <a:spcAft>
                          <a:spcPts val="0"/>
                        </a:spcAft>
                        <a:buClr>
                          <a:srgbClr val="000000"/>
                        </a:buClr>
                        <a:buSzPts val="2000"/>
                        <a:buFont typeface="Arial"/>
                        <a:buNone/>
                      </a:pPr>
                      <a:r>
                        <a:rPr b="1" lang="en-US" sz="2000" u="none" cap="none" strike="noStrike">
                          <a:latin typeface="Courier New"/>
                          <a:ea typeface="Courier New"/>
                          <a:cs typeface="Courier New"/>
                          <a:sym typeface="Courier New"/>
                        </a:rPr>
                        <a:t>1 &gt;&gt;&gt;();</a:t>
                      </a:r>
                      <a:endParaRPr sz="2000" u="none" cap="none" strike="noStrike">
                        <a:latin typeface="Courier New"/>
                        <a:ea typeface="Courier New"/>
                        <a:cs typeface="Courier New"/>
                        <a:sym typeface="Courier New"/>
                      </a:endParaRPr>
                    </a:p>
                  </a:txBody>
                  <a:tcPr marT="179700" marB="0" marR="0" marL="0">
                    <a:lnL cap="flat" cmpd="sng" w="76200">
                      <a:solidFill>
                        <a:srgbClr val="92D050"/>
                      </a:solidFill>
                      <a:prstDash val="solid"/>
                      <a:round/>
                      <a:headEnd len="sm" w="sm" type="none"/>
                      <a:tailEnd len="sm" w="sm" type="none"/>
                    </a:lnL>
                  </a:tcPr>
                </a:tc>
              </a:tr>
            </a:tbl>
          </a:graphicData>
        </a:graphic>
      </p:graphicFrame>
      <p:sp>
        <p:nvSpPr>
          <p:cNvPr id="73" name="Google Shape;73;p5"/>
          <p:cNvSpPr txBox="1"/>
          <p:nvPr/>
        </p:nvSpPr>
        <p:spPr>
          <a:xfrm>
            <a:off x="258267" y="4384456"/>
            <a:ext cx="8384540" cy="1059180"/>
          </a:xfrm>
          <a:prstGeom prst="rect">
            <a:avLst/>
          </a:prstGeom>
          <a:noFill/>
          <a:ln>
            <a:noFill/>
          </a:ln>
        </p:spPr>
        <p:txBody>
          <a:bodyPr anchorCtr="0" anchor="t" bIns="0" lIns="0" spcFirstLastPara="1" rIns="0" wrap="square" tIns="12050">
            <a:spAutoFit/>
          </a:bodyPr>
          <a:lstStyle/>
          <a:p>
            <a:pPr indent="-343535" lvl="0" marL="355600" marR="5080" rtl="0" algn="l">
              <a:lnSpc>
                <a:spcPct val="106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Instead of executing </a:t>
            </a:r>
            <a:r>
              <a:rPr b="0" i="0" lang="en-US" sz="3200" u="none" cap="none" strike="noStrike">
                <a:solidFill>
                  <a:srgbClr val="000000"/>
                </a:solidFill>
                <a:latin typeface="Courier New"/>
                <a:ea typeface="Courier New"/>
                <a:cs typeface="Courier New"/>
                <a:sym typeface="Courier New"/>
              </a:rPr>
              <a:t>add() </a:t>
            </a:r>
            <a:r>
              <a:rPr b="0" i="0" lang="en-US" sz="3200" u="none" cap="none" strike="noStrike">
                <a:solidFill>
                  <a:srgbClr val="000000"/>
                </a:solidFill>
                <a:latin typeface="Arial"/>
                <a:ea typeface="Arial"/>
                <a:cs typeface="Arial"/>
                <a:sym typeface="Arial"/>
              </a:rPr>
              <a:t>once, execute N times in parallel</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6"/>
          <p:cNvSpPr txBox="1"/>
          <p:nvPr/>
        </p:nvSpPr>
        <p:spPr>
          <a:xfrm>
            <a:off x="78739" y="214375"/>
            <a:ext cx="8502015" cy="6123940"/>
          </a:xfrm>
          <a:prstGeom prst="rect">
            <a:avLst/>
          </a:prstGeom>
          <a:noFill/>
          <a:ln>
            <a:noFill/>
          </a:ln>
        </p:spPr>
        <p:txBody>
          <a:bodyPr anchorCtr="0" anchor="t" bIns="0" lIns="0" spcFirstLastPara="1" rIns="0" wrap="square" tIns="13325">
            <a:spAutoFit/>
          </a:bodyPr>
          <a:lstStyle/>
          <a:p>
            <a:pPr indent="0" lvl="0" marL="2497455"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Vector Addition on the Device</a:t>
            </a:r>
            <a:endParaRPr b="0" i="0" sz="2800" u="none" cap="none" strike="noStrike">
              <a:solidFill>
                <a:srgbClr val="000000"/>
              </a:solidFill>
              <a:latin typeface="Cambria"/>
              <a:ea typeface="Cambria"/>
              <a:cs typeface="Cambria"/>
              <a:sym typeface="Cambria"/>
            </a:endParaRPr>
          </a:p>
          <a:p>
            <a:pPr indent="0" lvl="0" marL="0" marR="0" rtl="0" algn="l">
              <a:lnSpc>
                <a:spcPct val="100000"/>
              </a:lnSpc>
              <a:spcBef>
                <a:spcPts val="675"/>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a:p>
            <a:pPr indent="-343535" lvl="0" marL="355600" marR="463550" rtl="0" algn="l">
              <a:lnSpc>
                <a:spcPct val="96000"/>
              </a:lnSpc>
              <a:spcBef>
                <a:spcPts val="5"/>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With </a:t>
            </a:r>
            <a:r>
              <a:rPr b="1" i="0" lang="en-US" sz="1900" u="none" cap="none" strike="noStrike">
                <a:solidFill>
                  <a:srgbClr val="000000"/>
                </a:solidFill>
                <a:latin typeface="Courier New"/>
                <a:ea typeface="Courier New"/>
                <a:cs typeface="Courier New"/>
                <a:sym typeface="Courier New"/>
              </a:rPr>
              <a:t>add() </a:t>
            </a:r>
            <a:r>
              <a:rPr b="0" i="0" lang="en-US" sz="3000" u="none" cap="none" strike="noStrike">
                <a:solidFill>
                  <a:srgbClr val="000000"/>
                </a:solidFill>
                <a:latin typeface="Arial"/>
                <a:ea typeface="Arial"/>
                <a:cs typeface="Arial"/>
                <a:sym typeface="Arial"/>
              </a:rPr>
              <a:t>running in parallel we can do vector </a:t>
            </a:r>
            <a:r>
              <a:rPr b="0" i="0" lang="en-US" sz="2950" u="none" cap="none" strike="noStrike">
                <a:solidFill>
                  <a:srgbClr val="000000"/>
                </a:solidFill>
                <a:latin typeface="Arial"/>
                <a:ea typeface="Arial"/>
                <a:cs typeface="Arial"/>
                <a:sym typeface="Arial"/>
              </a:rPr>
              <a:t>addition</a:t>
            </a:r>
            <a:endParaRPr b="0" i="0" sz="2950" u="none" cap="none" strike="noStrike">
              <a:solidFill>
                <a:srgbClr val="000000"/>
              </a:solidFill>
              <a:latin typeface="Arial"/>
              <a:ea typeface="Arial"/>
              <a:cs typeface="Arial"/>
              <a:sym typeface="Arial"/>
            </a:endParaRPr>
          </a:p>
          <a:p>
            <a:pPr indent="0" lvl="0" marL="0" marR="0" rtl="0" algn="l">
              <a:lnSpc>
                <a:spcPct val="100000"/>
              </a:lnSpc>
              <a:spcBef>
                <a:spcPts val="405"/>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343535" lvl="0" marL="355600" marR="226059" rtl="0" algn="l">
              <a:lnSpc>
                <a:spcPct val="96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Terminology: each parallel invocation of </a:t>
            </a:r>
            <a:r>
              <a:rPr b="1" i="0" lang="en-US" sz="1900" u="none" cap="none" strike="noStrike">
                <a:solidFill>
                  <a:srgbClr val="000000"/>
                </a:solidFill>
                <a:latin typeface="Courier New"/>
                <a:ea typeface="Courier New"/>
                <a:cs typeface="Courier New"/>
                <a:sym typeface="Courier New"/>
              </a:rPr>
              <a:t>add() </a:t>
            </a:r>
            <a:r>
              <a:rPr b="0" i="0" lang="en-US" sz="3000" u="none" cap="none" strike="noStrike">
                <a:solidFill>
                  <a:srgbClr val="000000"/>
                </a:solidFill>
                <a:latin typeface="Arial"/>
                <a:ea typeface="Arial"/>
                <a:cs typeface="Arial"/>
                <a:sym typeface="Arial"/>
              </a:rPr>
              <a:t>is referred to as a </a:t>
            </a:r>
            <a:r>
              <a:rPr b="0" i="0" lang="en-US" sz="3000" u="none" cap="none" strike="noStrike">
                <a:solidFill>
                  <a:srgbClr val="2C2C89"/>
                </a:solidFill>
                <a:latin typeface="Arial"/>
                <a:ea typeface="Arial"/>
                <a:cs typeface="Arial"/>
                <a:sym typeface="Arial"/>
              </a:rPr>
              <a:t>block</a:t>
            </a:r>
            <a:endParaRPr b="0" i="0" sz="3000" u="none" cap="none" strike="noStrike">
              <a:solidFill>
                <a:srgbClr val="000000"/>
              </a:solidFill>
              <a:latin typeface="Arial"/>
              <a:ea typeface="Arial"/>
              <a:cs typeface="Arial"/>
              <a:sym typeface="Arial"/>
            </a:endParaRPr>
          </a:p>
          <a:p>
            <a:pPr indent="-287655" lvl="1" marL="757555" marR="0" rtl="0" algn="l">
              <a:lnSpc>
                <a:spcPct val="100000"/>
              </a:lnSpc>
              <a:spcBef>
                <a:spcPts val="3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set of blocks is referred to as a </a:t>
            </a:r>
            <a:r>
              <a:rPr b="0" i="0" lang="en-US" sz="2600" u="none" cap="none" strike="noStrike">
                <a:solidFill>
                  <a:srgbClr val="2C2C89"/>
                </a:solidFill>
                <a:latin typeface="Arial"/>
                <a:ea typeface="Arial"/>
                <a:cs typeface="Arial"/>
                <a:sym typeface="Arial"/>
              </a:rPr>
              <a:t>grid</a:t>
            </a:r>
            <a:endParaRPr b="0" i="0" sz="2600" u="none" cap="none" strike="noStrike">
              <a:solidFill>
                <a:srgbClr val="000000"/>
              </a:solidFill>
              <a:latin typeface="Arial"/>
              <a:ea typeface="Arial"/>
              <a:cs typeface="Arial"/>
              <a:sym typeface="Arial"/>
            </a:endParaRPr>
          </a:p>
          <a:p>
            <a:pPr indent="-287655" lvl="1" marL="757555" marR="0" rtl="0" algn="l">
              <a:lnSpc>
                <a:spcPct val="111153"/>
              </a:lnSpc>
              <a:spcBef>
                <a:spcPts val="1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Each invocation can refer to its block index using</a:t>
            </a:r>
            <a:endParaRPr b="0" i="0" sz="2600" u="none" cap="none" strike="noStrike">
              <a:solidFill>
                <a:srgbClr val="000000"/>
              </a:solidFill>
              <a:latin typeface="Arial"/>
              <a:ea typeface="Arial"/>
              <a:cs typeface="Arial"/>
              <a:sym typeface="Arial"/>
            </a:endParaRPr>
          </a:p>
          <a:p>
            <a:pPr indent="0" lvl="0" marL="758190" marR="0" rtl="0" algn="l">
              <a:lnSpc>
                <a:spcPct val="106470"/>
              </a:lnSpc>
              <a:spcBef>
                <a:spcPts val="0"/>
              </a:spcBef>
              <a:spcAft>
                <a:spcPts val="0"/>
              </a:spcAft>
              <a:buClr>
                <a:srgbClr val="000000"/>
              </a:buClr>
              <a:buSzPts val="1700"/>
              <a:buFont typeface="Arial"/>
              <a:buNone/>
            </a:pPr>
            <a:r>
              <a:rPr b="1" i="0" lang="en-US" sz="1700" u="none" cap="none" strike="noStrike">
                <a:solidFill>
                  <a:srgbClr val="2C2C89"/>
                </a:solidFill>
                <a:latin typeface="Courier New"/>
                <a:ea typeface="Courier New"/>
                <a:cs typeface="Courier New"/>
                <a:sym typeface="Courier New"/>
              </a:rPr>
              <a:t>blockIdx.x</a:t>
            </a:r>
            <a:endParaRPr b="0" i="0" sz="17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335"/>
              </a:spcBef>
              <a:spcAft>
                <a:spcPts val="0"/>
              </a:spcAft>
              <a:buClr>
                <a:srgbClr val="000000"/>
              </a:buClr>
              <a:buSzPts val="1700"/>
              <a:buFont typeface="Arial"/>
              <a:buNone/>
            </a:pPr>
            <a:r>
              <a:t/>
            </a:r>
            <a:endParaRPr b="0" i="0" sz="1700" u="none" cap="none" strike="noStrike">
              <a:solidFill>
                <a:srgbClr val="000000"/>
              </a:solidFill>
              <a:latin typeface="Courier New"/>
              <a:ea typeface="Courier New"/>
              <a:cs typeface="Courier New"/>
              <a:sym typeface="Courier New"/>
            </a:endParaRPr>
          </a:p>
          <a:p>
            <a:pPr indent="0" lvl="0" marL="927100" marR="0" rtl="0" algn="l">
              <a:lnSpc>
                <a:spcPct val="100000"/>
              </a:lnSpc>
              <a:spcBef>
                <a:spcPts val="5"/>
              </a:spcBef>
              <a:spcAft>
                <a:spcPts val="0"/>
              </a:spcAft>
              <a:buClr>
                <a:srgbClr val="000000"/>
              </a:buClr>
              <a:buSzPts val="1900"/>
              <a:buFont typeface="Arial"/>
              <a:buNone/>
            </a:pPr>
            <a:r>
              <a:rPr b="1" i="0" lang="en-US" sz="1900" u="sng" cap="none" strike="noStrike">
                <a:solidFill>
                  <a:srgbClr val="BEBEBE"/>
                </a:solidFill>
                <a:latin typeface="Courier New"/>
                <a:ea typeface="Courier New"/>
                <a:cs typeface="Courier New"/>
                <a:sym typeface="Courier New"/>
              </a:rPr>
              <a:t>  </a:t>
            </a:r>
            <a:r>
              <a:rPr b="1" i="0" lang="en-US" sz="1900" u="none" cap="none" strike="noStrike">
                <a:solidFill>
                  <a:srgbClr val="BEBEBE"/>
                </a:solidFill>
                <a:latin typeface="Courier New"/>
                <a:ea typeface="Courier New"/>
                <a:cs typeface="Courier New"/>
                <a:sym typeface="Courier New"/>
              </a:rPr>
              <a:t>global</a:t>
            </a:r>
            <a:r>
              <a:rPr b="1" i="0" lang="en-US" sz="1900" u="sng" cap="none" strike="noStrike">
                <a:solidFill>
                  <a:srgbClr val="BEBEBE"/>
                </a:solidFill>
                <a:latin typeface="Courier New"/>
                <a:ea typeface="Courier New"/>
                <a:cs typeface="Courier New"/>
                <a:sym typeface="Courier New"/>
              </a:rPr>
              <a:t>	</a:t>
            </a:r>
            <a:r>
              <a:rPr b="1" i="0" lang="en-US" sz="1900" u="none" cap="none" strike="noStrike">
                <a:solidFill>
                  <a:srgbClr val="BEBEBE"/>
                </a:solidFill>
                <a:latin typeface="Courier New"/>
                <a:ea typeface="Courier New"/>
                <a:cs typeface="Courier New"/>
                <a:sym typeface="Courier New"/>
              </a:rPr>
              <a:t>void </a:t>
            </a:r>
            <a:r>
              <a:rPr b="1" i="0" lang="en-US" sz="1900" u="none" cap="none" strike="noStrike">
                <a:solidFill>
                  <a:srgbClr val="000000"/>
                </a:solidFill>
                <a:latin typeface="Courier New"/>
                <a:ea typeface="Courier New"/>
                <a:cs typeface="Courier New"/>
                <a:sym typeface="Courier New"/>
              </a:rPr>
              <a:t>add(</a:t>
            </a:r>
            <a:r>
              <a:rPr b="1" i="0" lang="en-US" sz="1900" u="none" cap="none" strike="noStrike">
                <a:solidFill>
                  <a:srgbClr val="BEBEBE"/>
                </a:solidFill>
                <a:latin typeface="Courier New"/>
                <a:ea typeface="Courier New"/>
                <a:cs typeface="Courier New"/>
                <a:sym typeface="Courier New"/>
              </a:rPr>
              <a:t>int </a:t>
            </a:r>
            <a:r>
              <a:rPr b="1" i="0" lang="en-US" sz="1900" u="none" cap="none" strike="noStrike">
                <a:solidFill>
                  <a:srgbClr val="000000"/>
                </a:solidFill>
                <a:latin typeface="Courier New"/>
                <a:ea typeface="Courier New"/>
                <a:cs typeface="Courier New"/>
                <a:sym typeface="Courier New"/>
              </a:rPr>
              <a:t>*a, </a:t>
            </a:r>
            <a:r>
              <a:rPr b="1" i="0" lang="en-US" sz="1900" u="none" cap="none" strike="noStrike">
                <a:solidFill>
                  <a:srgbClr val="BEBEBE"/>
                </a:solidFill>
                <a:latin typeface="Courier New"/>
                <a:ea typeface="Courier New"/>
                <a:cs typeface="Courier New"/>
                <a:sym typeface="Courier New"/>
              </a:rPr>
              <a:t>int </a:t>
            </a:r>
            <a:r>
              <a:rPr b="1" i="0" lang="en-US" sz="1900" u="none" cap="none" strike="noStrike">
                <a:solidFill>
                  <a:srgbClr val="000000"/>
                </a:solidFill>
                <a:latin typeface="Courier New"/>
                <a:ea typeface="Courier New"/>
                <a:cs typeface="Courier New"/>
                <a:sym typeface="Courier New"/>
              </a:rPr>
              <a:t>*b, </a:t>
            </a:r>
            <a:r>
              <a:rPr b="1" i="0" lang="en-US" sz="1900" u="none" cap="none" strike="noStrike">
                <a:solidFill>
                  <a:srgbClr val="BEBEBE"/>
                </a:solidFill>
                <a:latin typeface="Courier New"/>
                <a:ea typeface="Courier New"/>
                <a:cs typeface="Courier New"/>
                <a:sym typeface="Courier New"/>
              </a:rPr>
              <a:t>int </a:t>
            </a:r>
            <a:r>
              <a:rPr b="1" i="0" lang="en-US" sz="1900" u="none" cap="none" strike="noStrike">
                <a:solidFill>
                  <a:srgbClr val="000000"/>
                </a:solidFill>
                <a:latin typeface="Courier New"/>
                <a:ea typeface="Courier New"/>
                <a:cs typeface="Courier New"/>
                <a:sym typeface="Courier New"/>
              </a:rPr>
              <a:t>*c) {</a:t>
            </a:r>
            <a:endParaRPr b="0" i="0" sz="1900" u="none" cap="none" strike="noStrike">
              <a:solidFill>
                <a:srgbClr val="000000"/>
              </a:solidFill>
              <a:latin typeface="Courier New"/>
              <a:ea typeface="Courier New"/>
              <a:cs typeface="Courier New"/>
              <a:sym typeface="Courier New"/>
            </a:endParaRPr>
          </a:p>
          <a:p>
            <a:pPr indent="0" lvl="0" marL="1842135" marR="0" rtl="0" algn="l">
              <a:lnSpc>
                <a:spcPct val="119736"/>
              </a:lnSpc>
              <a:spcBef>
                <a:spcPts val="20"/>
              </a:spcBef>
              <a:spcAft>
                <a:spcPts val="0"/>
              </a:spcAft>
              <a:buClr>
                <a:srgbClr val="000000"/>
              </a:buClr>
              <a:buSzPts val="1900"/>
              <a:buFont typeface="Arial"/>
              <a:buNone/>
            </a:pPr>
            <a:r>
              <a:rPr b="1" i="0" lang="en-US" sz="1900" u="none" cap="none" strike="noStrike">
                <a:solidFill>
                  <a:srgbClr val="000000"/>
                </a:solidFill>
                <a:latin typeface="Courier New"/>
                <a:ea typeface="Courier New"/>
                <a:cs typeface="Courier New"/>
                <a:sym typeface="Courier New"/>
              </a:rPr>
              <a:t>c[</a:t>
            </a:r>
            <a:r>
              <a:rPr b="1" i="0" lang="en-US" sz="1900" u="none" cap="none" strike="noStrike">
                <a:solidFill>
                  <a:srgbClr val="2C2C89"/>
                </a:solidFill>
                <a:latin typeface="Courier New"/>
                <a:ea typeface="Courier New"/>
                <a:cs typeface="Courier New"/>
                <a:sym typeface="Courier New"/>
              </a:rPr>
              <a:t>blockIdx.x</a:t>
            </a:r>
            <a:r>
              <a:rPr b="1" i="0" lang="en-US" sz="1900" u="none" cap="none" strike="noStrike">
                <a:solidFill>
                  <a:srgbClr val="000000"/>
                </a:solidFill>
                <a:latin typeface="Courier New"/>
                <a:ea typeface="Courier New"/>
                <a:cs typeface="Courier New"/>
                <a:sym typeface="Courier New"/>
              </a:rPr>
              <a:t>] = a[</a:t>
            </a:r>
            <a:r>
              <a:rPr b="1" i="0" lang="en-US" sz="1900" u="none" cap="none" strike="noStrike">
                <a:solidFill>
                  <a:srgbClr val="2C2C89"/>
                </a:solidFill>
                <a:latin typeface="Courier New"/>
                <a:ea typeface="Courier New"/>
                <a:cs typeface="Courier New"/>
                <a:sym typeface="Courier New"/>
              </a:rPr>
              <a:t>blockIdx.x</a:t>
            </a:r>
            <a:r>
              <a:rPr b="1" i="0" lang="en-US" sz="1900" u="none" cap="none" strike="noStrike">
                <a:solidFill>
                  <a:srgbClr val="000000"/>
                </a:solidFill>
                <a:latin typeface="Courier New"/>
                <a:ea typeface="Courier New"/>
                <a:cs typeface="Courier New"/>
                <a:sym typeface="Courier New"/>
              </a:rPr>
              <a:t>] + b[</a:t>
            </a:r>
            <a:r>
              <a:rPr b="1" i="0" lang="en-US" sz="1900" u="none" cap="none" strike="noStrike">
                <a:solidFill>
                  <a:srgbClr val="2C2C89"/>
                </a:solidFill>
                <a:latin typeface="Courier New"/>
                <a:ea typeface="Courier New"/>
                <a:cs typeface="Courier New"/>
                <a:sym typeface="Courier New"/>
              </a:rPr>
              <a:t>blockIdx.x</a:t>
            </a:r>
            <a:r>
              <a:rPr b="1" i="0" lang="en-US" sz="1900" u="none" cap="none" strike="noStrike">
                <a:solidFill>
                  <a:srgbClr val="000000"/>
                </a:solidFill>
                <a:latin typeface="Courier New"/>
                <a:ea typeface="Courier New"/>
                <a:cs typeface="Courier New"/>
                <a:sym typeface="Courier New"/>
              </a:rPr>
              <a:t>];</a:t>
            </a:r>
            <a:endParaRPr b="0" i="0" sz="1900" u="none" cap="none" strike="noStrike">
              <a:solidFill>
                <a:srgbClr val="000000"/>
              </a:solidFill>
              <a:latin typeface="Courier New"/>
              <a:ea typeface="Courier New"/>
              <a:cs typeface="Courier New"/>
              <a:sym typeface="Courier New"/>
            </a:endParaRPr>
          </a:p>
          <a:p>
            <a:pPr indent="0" lvl="0" marL="927100" marR="0" rtl="0" algn="l">
              <a:lnSpc>
                <a:spcPct val="119736"/>
              </a:lnSpc>
              <a:spcBef>
                <a:spcPts val="0"/>
              </a:spcBef>
              <a:spcAft>
                <a:spcPts val="0"/>
              </a:spcAft>
              <a:buClr>
                <a:srgbClr val="000000"/>
              </a:buClr>
              <a:buSzPts val="1900"/>
              <a:buFont typeface="Arial"/>
              <a:buNone/>
            </a:pPr>
            <a:r>
              <a:rPr b="1" i="0" lang="en-US" sz="1900" u="none" cap="none" strike="noStrike">
                <a:solidFill>
                  <a:srgbClr val="000000"/>
                </a:solidFill>
                <a:latin typeface="Courier New"/>
                <a:ea typeface="Courier New"/>
                <a:cs typeface="Courier New"/>
                <a:sym typeface="Courier New"/>
              </a:rPr>
              <a:t>}</a:t>
            </a:r>
            <a:endParaRPr b="0" i="0" sz="19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385"/>
              </a:spcBef>
              <a:spcAft>
                <a:spcPts val="0"/>
              </a:spcAft>
              <a:buClr>
                <a:srgbClr val="000000"/>
              </a:buClr>
              <a:buSzPts val="1900"/>
              <a:buFont typeface="Arial"/>
              <a:buNone/>
            </a:pPr>
            <a:r>
              <a:t/>
            </a:r>
            <a:endParaRPr b="0" i="0" sz="1900" u="none" cap="none" strike="noStrike">
              <a:solidFill>
                <a:srgbClr val="000000"/>
              </a:solidFill>
              <a:latin typeface="Courier New"/>
              <a:ea typeface="Courier New"/>
              <a:cs typeface="Courier New"/>
              <a:sym typeface="Courier New"/>
            </a:endParaRPr>
          </a:p>
          <a:p>
            <a:pPr indent="-343535" lvl="0" marL="355600" marR="471805" rtl="0" algn="l">
              <a:lnSpc>
                <a:spcPct val="97627"/>
              </a:lnSpc>
              <a:spcBef>
                <a:spcPts val="5"/>
              </a:spcBef>
              <a:spcAft>
                <a:spcPts val="0"/>
              </a:spcAft>
              <a:buClr>
                <a:srgbClr val="000000"/>
              </a:buClr>
              <a:buSzPts val="2950"/>
              <a:buFont typeface="Arial"/>
              <a:buChar char="•"/>
            </a:pPr>
            <a:r>
              <a:rPr b="0" i="0" lang="en-US" sz="2950" u="none" cap="none" strike="noStrike">
                <a:solidFill>
                  <a:srgbClr val="000000"/>
                </a:solidFill>
                <a:latin typeface="Arial"/>
                <a:ea typeface="Arial"/>
                <a:cs typeface="Arial"/>
                <a:sym typeface="Arial"/>
              </a:rPr>
              <a:t>By using </a:t>
            </a:r>
            <a:r>
              <a:rPr b="1" i="0" lang="en-US" sz="1700" u="none" cap="none" strike="noStrike">
                <a:solidFill>
                  <a:srgbClr val="2C2C89"/>
                </a:solidFill>
                <a:latin typeface="Courier New"/>
                <a:ea typeface="Courier New"/>
                <a:cs typeface="Courier New"/>
                <a:sym typeface="Courier New"/>
              </a:rPr>
              <a:t>blockIdx.x </a:t>
            </a:r>
            <a:r>
              <a:rPr b="0" i="0" lang="en-US" sz="2950" u="none" cap="none" strike="noStrike">
                <a:solidFill>
                  <a:srgbClr val="000000"/>
                </a:solidFill>
                <a:latin typeface="Arial"/>
                <a:ea typeface="Arial"/>
                <a:cs typeface="Arial"/>
                <a:sym typeface="Arial"/>
              </a:rPr>
              <a:t>to index into the array, each block handles a different index</a:t>
            </a:r>
            <a:endParaRPr b="0" i="0" sz="295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7"/>
          <p:cNvSpPr txBox="1"/>
          <p:nvPr>
            <p:ph type="title"/>
          </p:nvPr>
        </p:nvSpPr>
        <p:spPr>
          <a:xfrm>
            <a:off x="2486025" y="242773"/>
            <a:ext cx="5427980" cy="454025"/>
          </a:xfrm>
          <a:prstGeom prst="rect">
            <a:avLst/>
          </a:prstGeom>
          <a:noFill/>
          <a:ln>
            <a:noFill/>
          </a:ln>
        </p:spPr>
        <p:txBody>
          <a:bodyPr anchorCtr="0" anchor="t" bIns="0" lIns="0" spcFirstLastPara="1" rIns="0" wrap="square" tIns="13325">
            <a:spAutoFit/>
          </a:bodyPr>
          <a:lstStyle/>
          <a:p>
            <a:pPr indent="0" lvl="0" marL="90170" rtl="0" algn="l">
              <a:lnSpc>
                <a:spcPct val="100000"/>
              </a:lnSpc>
              <a:spcBef>
                <a:spcPts val="0"/>
              </a:spcBef>
              <a:spcAft>
                <a:spcPts val="0"/>
              </a:spcAft>
              <a:buSzPts val="1400"/>
              <a:buNone/>
            </a:pPr>
            <a:r>
              <a:rPr lang="en-US"/>
              <a:t>Vector Addition on the Device</a:t>
            </a:r>
            <a:endParaRPr/>
          </a:p>
        </p:txBody>
      </p:sp>
      <p:sp>
        <p:nvSpPr>
          <p:cNvPr id="84" name="Google Shape;84;p7"/>
          <p:cNvSpPr txBox="1"/>
          <p:nvPr/>
        </p:nvSpPr>
        <p:spPr>
          <a:xfrm>
            <a:off x="1065072" y="1552317"/>
            <a:ext cx="7225665" cy="101346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sng" cap="none" strike="noStrike">
                <a:solidFill>
                  <a:srgbClr val="BEBEBE"/>
                </a:solidFill>
                <a:latin typeface="Courier New"/>
                <a:ea typeface="Courier New"/>
                <a:cs typeface="Courier New"/>
                <a:sym typeface="Courier New"/>
              </a:rPr>
              <a:t>  </a:t>
            </a:r>
            <a:r>
              <a:rPr b="1" i="0" lang="en-US" sz="1800" u="none" cap="none" strike="noStrike">
                <a:solidFill>
                  <a:srgbClr val="BEBEBE"/>
                </a:solidFill>
                <a:latin typeface="Courier New"/>
                <a:ea typeface="Courier New"/>
                <a:cs typeface="Courier New"/>
                <a:sym typeface="Courier New"/>
              </a:rPr>
              <a:t>global</a:t>
            </a:r>
            <a:r>
              <a:rPr b="1" i="0" lang="en-US" sz="1800" u="sng" cap="none" strike="noStrike">
                <a:solidFill>
                  <a:srgbClr val="BEBEBE"/>
                </a:solidFill>
                <a:latin typeface="Courier New"/>
                <a:ea typeface="Courier New"/>
                <a:cs typeface="Courier New"/>
                <a:sym typeface="Courier New"/>
              </a:rPr>
              <a:t>	</a:t>
            </a:r>
            <a:r>
              <a:rPr b="1" i="0" lang="en-US" sz="1800" u="none" cap="none" strike="noStrike">
                <a:solidFill>
                  <a:srgbClr val="BEBEBE"/>
                </a:solidFill>
                <a:latin typeface="Courier New"/>
                <a:ea typeface="Courier New"/>
                <a:cs typeface="Courier New"/>
                <a:sym typeface="Courier New"/>
              </a:rPr>
              <a:t>void </a:t>
            </a:r>
            <a:r>
              <a:rPr b="1" i="0" lang="en-US" sz="1800" u="none" cap="none" strike="noStrike">
                <a:solidFill>
                  <a:srgbClr val="000000"/>
                </a:solidFill>
                <a:latin typeface="Courier New"/>
                <a:ea typeface="Courier New"/>
                <a:cs typeface="Courier New"/>
                <a:sym typeface="Courier New"/>
              </a:rPr>
              <a:t>add(</a:t>
            </a:r>
            <a:r>
              <a:rPr b="1" i="0" lang="en-US" sz="1800" u="none" cap="none" strike="noStrike">
                <a:solidFill>
                  <a:srgbClr val="BEBEBE"/>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*a, </a:t>
            </a:r>
            <a:r>
              <a:rPr b="1" i="0" lang="en-US" sz="1800" u="none" cap="none" strike="noStrike">
                <a:solidFill>
                  <a:srgbClr val="BEBEBE"/>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*b, </a:t>
            </a:r>
            <a:r>
              <a:rPr b="1" i="0" lang="en-US" sz="1800" u="none" cap="none" strike="noStrike">
                <a:solidFill>
                  <a:srgbClr val="BEBEBE"/>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*c) {</a:t>
            </a:r>
            <a:endParaRPr b="0" i="0" sz="1800" u="none" cap="none" strike="noStrike">
              <a:solidFill>
                <a:srgbClr val="000000"/>
              </a:solidFill>
              <a:latin typeface="Courier New"/>
              <a:ea typeface="Courier New"/>
              <a:cs typeface="Courier New"/>
              <a:sym typeface="Courier New"/>
            </a:endParaRPr>
          </a:p>
          <a:p>
            <a:pPr indent="0" lvl="0" marL="927100" marR="0" rtl="0" algn="l">
              <a:lnSpc>
                <a:spcPct val="100000"/>
              </a:lnSpc>
              <a:spcBef>
                <a:spcPts val="434"/>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c[</a:t>
            </a:r>
            <a:r>
              <a:rPr b="1" i="0" lang="en-US" sz="1800" u="none" cap="none" strike="noStrike">
                <a:solidFill>
                  <a:srgbClr val="2C2C89"/>
                </a:solidFill>
                <a:latin typeface="Courier New"/>
                <a:ea typeface="Courier New"/>
                <a:cs typeface="Courier New"/>
                <a:sym typeface="Courier New"/>
              </a:rPr>
              <a:t>blockIdx.x</a:t>
            </a:r>
            <a:r>
              <a:rPr b="1" i="0" lang="en-US" sz="1800" u="none" cap="none" strike="noStrike">
                <a:solidFill>
                  <a:srgbClr val="000000"/>
                </a:solidFill>
                <a:latin typeface="Courier New"/>
                <a:ea typeface="Courier New"/>
                <a:cs typeface="Courier New"/>
                <a:sym typeface="Courier New"/>
              </a:rPr>
              <a:t>] = a[</a:t>
            </a:r>
            <a:r>
              <a:rPr b="1" i="0" lang="en-US" sz="1800" u="none" cap="none" strike="noStrike">
                <a:solidFill>
                  <a:srgbClr val="2C2C89"/>
                </a:solidFill>
                <a:latin typeface="Courier New"/>
                <a:ea typeface="Courier New"/>
                <a:cs typeface="Courier New"/>
                <a:sym typeface="Courier New"/>
              </a:rPr>
              <a:t>blockIdx.x</a:t>
            </a:r>
            <a:r>
              <a:rPr b="1" i="0" lang="en-US" sz="1800" u="none" cap="none" strike="noStrike">
                <a:solidFill>
                  <a:srgbClr val="000000"/>
                </a:solidFill>
                <a:latin typeface="Courier New"/>
                <a:ea typeface="Courier New"/>
                <a:cs typeface="Courier New"/>
                <a:sym typeface="Courier New"/>
              </a:rPr>
              <a:t>] + b[</a:t>
            </a:r>
            <a:r>
              <a:rPr b="1" i="0" lang="en-US" sz="1800" u="none" cap="none" strike="noStrike">
                <a:solidFill>
                  <a:srgbClr val="2C2C89"/>
                </a:solidFill>
                <a:latin typeface="Courier New"/>
                <a:ea typeface="Courier New"/>
                <a:cs typeface="Courier New"/>
                <a:sym typeface="Courier New"/>
              </a:rPr>
              <a:t>blockIdx.x</a:t>
            </a:r>
            <a:r>
              <a:rPr b="1"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85" name="Google Shape;85;p7"/>
          <p:cNvSpPr txBox="1"/>
          <p:nvPr/>
        </p:nvSpPr>
        <p:spPr>
          <a:xfrm>
            <a:off x="150368" y="2947797"/>
            <a:ext cx="7766684" cy="998855"/>
          </a:xfrm>
          <a:prstGeom prst="rect">
            <a:avLst/>
          </a:prstGeom>
          <a:noFill/>
          <a:ln>
            <a:noFill/>
          </a:ln>
        </p:spPr>
        <p:txBody>
          <a:bodyPr anchorCtr="0" anchor="t" bIns="0" lIns="0" spcFirstLastPara="1" rIns="0" wrap="square" tIns="28575">
            <a:spAutoFit/>
          </a:bodyPr>
          <a:lstStyle/>
          <a:p>
            <a:pPr indent="-342900" lvl="0" marL="355600" marR="5080" rtl="0" algn="l">
              <a:lnSpc>
                <a:spcPct val="119375"/>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On the device, each block can execute in parallel:</a:t>
            </a:r>
            <a:endParaRPr b="0" i="0" sz="3200" u="none" cap="none" strike="noStrike">
              <a:solidFill>
                <a:srgbClr val="000000"/>
              </a:solidFill>
              <a:latin typeface="Arial"/>
              <a:ea typeface="Arial"/>
              <a:cs typeface="Arial"/>
              <a:sym typeface="Arial"/>
            </a:endParaRPr>
          </a:p>
        </p:txBody>
      </p:sp>
      <p:grpSp>
        <p:nvGrpSpPr>
          <p:cNvPr id="86" name="Google Shape;86;p7"/>
          <p:cNvGrpSpPr/>
          <p:nvPr/>
        </p:nvGrpSpPr>
        <p:grpSpPr>
          <a:xfrm>
            <a:off x="736091" y="4823459"/>
            <a:ext cx="8101584" cy="640080"/>
            <a:chOff x="736091" y="4823459"/>
            <a:chExt cx="8101584" cy="640080"/>
          </a:xfrm>
        </p:grpSpPr>
        <p:pic>
          <p:nvPicPr>
            <p:cNvPr id="87" name="Google Shape;87;p7"/>
            <p:cNvPicPr preferRelativeResize="0"/>
            <p:nvPr/>
          </p:nvPicPr>
          <p:blipFill rotWithShape="1">
            <a:blip r:embed="rId3">
              <a:alphaModFix/>
            </a:blip>
            <a:srcRect b="0" l="0" r="0" t="0"/>
            <a:stretch/>
          </p:blipFill>
          <p:spPr>
            <a:xfrm>
              <a:off x="736091" y="4846319"/>
              <a:ext cx="2016252" cy="617220"/>
            </a:xfrm>
            <a:prstGeom prst="rect">
              <a:avLst/>
            </a:prstGeom>
            <a:noFill/>
            <a:ln>
              <a:noFill/>
            </a:ln>
          </p:spPr>
        </p:pic>
        <p:pic>
          <p:nvPicPr>
            <p:cNvPr id="88" name="Google Shape;88;p7"/>
            <p:cNvPicPr preferRelativeResize="0"/>
            <p:nvPr/>
          </p:nvPicPr>
          <p:blipFill rotWithShape="1">
            <a:blip r:embed="rId4">
              <a:alphaModFix/>
            </a:blip>
            <a:srcRect b="0" l="0" r="0" t="0"/>
            <a:stretch/>
          </p:blipFill>
          <p:spPr>
            <a:xfrm>
              <a:off x="772667" y="4983479"/>
              <a:ext cx="2029968" cy="384047"/>
            </a:xfrm>
            <a:prstGeom prst="rect">
              <a:avLst/>
            </a:prstGeom>
            <a:noFill/>
            <a:ln>
              <a:noFill/>
            </a:ln>
          </p:spPr>
        </p:pic>
        <p:sp>
          <p:nvSpPr>
            <p:cNvPr id="89" name="Google Shape;89;p7"/>
            <p:cNvSpPr/>
            <p:nvPr/>
          </p:nvSpPr>
          <p:spPr>
            <a:xfrm>
              <a:off x="799083" y="4892547"/>
              <a:ext cx="1890395" cy="487045"/>
            </a:xfrm>
            <a:custGeom>
              <a:rect b="b" l="l" r="r" t="t"/>
              <a:pathLst>
                <a:path extrusionOk="0" h="487045" w="1890395">
                  <a:moveTo>
                    <a:pt x="1809114" y="0"/>
                  </a:moveTo>
                  <a:lnTo>
                    <a:pt x="81114" y="0"/>
                  </a:lnTo>
                  <a:lnTo>
                    <a:pt x="49538" y="6375"/>
                  </a:lnTo>
                  <a:lnTo>
                    <a:pt x="23755" y="23764"/>
                  </a:lnTo>
                  <a:lnTo>
                    <a:pt x="6373" y="49559"/>
                  </a:lnTo>
                  <a:lnTo>
                    <a:pt x="0" y="81152"/>
                  </a:lnTo>
                  <a:lnTo>
                    <a:pt x="0" y="405510"/>
                  </a:lnTo>
                  <a:lnTo>
                    <a:pt x="6373" y="437104"/>
                  </a:lnTo>
                  <a:lnTo>
                    <a:pt x="23755" y="462899"/>
                  </a:lnTo>
                  <a:lnTo>
                    <a:pt x="49538" y="480288"/>
                  </a:lnTo>
                  <a:lnTo>
                    <a:pt x="81114" y="486663"/>
                  </a:lnTo>
                  <a:lnTo>
                    <a:pt x="1809114" y="486663"/>
                  </a:lnTo>
                  <a:lnTo>
                    <a:pt x="1840708" y="480288"/>
                  </a:lnTo>
                  <a:lnTo>
                    <a:pt x="1866503" y="462899"/>
                  </a:lnTo>
                  <a:lnTo>
                    <a:pt x="1883892" y="437104"/>
                  </a:lnTo>
                  <a:lnTo>
                    <a:pt x="1890267" y="405510"/>
                  </a:lnTo>
                  <a:lnTo>
                    <a:pt x="1890267" y="81152"/>
                  </a:lnTo>
                  <a:lnTo>
                    <a:pt x="1883892" y="49559"/>
                  </a:lnTo>
                  <a:lnTo>
                    <a:pt x="1866503" y="23764"/>
                  </a:lnTo>
                  <a:lnTo>
                    <a:pt x="1840708" y="6375"/>
                  </a:lnTo>
                  <a:lnTo>
                    <a:pt x="1809114" y="0"/>
                  </a:lnTo>
                  <a:close/>
                </a:path>
              </a:pathLst>
            </a:custGeom>
            <a:solidFill>
              <a:srgbClr val="7E7E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7"/>
            <p:cNvSpPr/>
            <p:nvPr/>
          </p:nvSpPr>
          <p:spPr>
            <a:xfrm>
              <a:off x="799083" y="4892547"/>
              <a:ext cx="1890395" cy="487045"/>
            </a:xfrm>
            <a:custGeom>
              <a:rect b="b" l="l" r="r" t="t"/>
              <a:pathLst>
                <a:path extrusionOk="0" h="487045" w="1890395">
                  <a:moveTo>
                    <a:pt x="0" y="81152"/>
                  </a:moveTo>
                  <a:lnTo>
                    <a:pt x="6373" y="49559"/>
                  </a:lnTo>
                  <a:lnTo>
                    <a:pt x="23755" y="23764"/>
                  </a:lnTo>
                  <a:lnTo>
                    <a:pt x="49538" y="6375"/>
                  </a:lnTo>
                  <a:lnTo>
                    <a:pt x="81114" y="0"/>
                  </a:lnTo>
                  <a:lnTo>
                    <a:pt x="1809114" y="0"/>
                  </a:lnTo>
                  <a:lnTo>
                    <a:pt x="1840708" y="6375"/>
                  </a:lnTo>
                  <a:lnTo>
                    <a:pt x="1866503" y="23764"/>
                  </a:lnTo>
                  <a:lnTo>
                    <a:pt x="1883892" y="49559"/>
                  </a:lnTo>
                  <a:lnTo>
                    <a:pt x="1890267" y="81152"/>
                  </a:lnTo>
                  <a:lnTo>
                    <a:pt x="1890267" y="405510"/>
                  </a:lnTo>
                  <a:lnTo>
                    <a:pt x="1883892" y="437104"/>
                  </a:lnTo>
                  <a:lnTo>
                    <a:pt x="1866503" y="462899"/>
                  </a:lnTo>
                  <a:lnTo>
                    <a:pt x="1840708" y="480288"/>
                  </a:lnTo>
                  <a:lnTo>
                    <a:pt x="1809114" y="486663"/>
                  </a:lnTo>
                  <a:lnTo>
                    <a:pt x="81114" y="486663"/>
                  </a:lnTo>
                  <a:lnTo>
                    <a:pt x="49538" y="480288"/>
                  </a:lnTo>
                  <a:lnTo>
                    <a:pt x="23755" y="462899"/>
                  </a:lnTo>
                  <a:lnTo>
                    <a:pt x="6373" y="437104"/>
                  </a:lnTo>
                  <a:lnTo>
                    <a:pt x="0" y="405510"/>
                  </a:lnTo>
                  <a:lnTo>
                    <a:pt x="0" y="81152"/>
                  </a:lnTo>
                  <a:close/>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 name="Google Shape;91;p7"/>
            <p:cNvPicPr preferRelativeResize="0"/>
            <p:nvPr/>
          </p:nvPicPr>
          <p:blipFill rotWithShape="1">
            <a:blip r:embed="rId5">
              <a:alphaModFix/>
            </a:blip>
            <a:srcRect b="0" l="0" r="0" t="0"/>
            <a:stretch/>
          </p:blipFill>
          <p:spPr>
            <a:xfrm>
              <a:off x="2743199" y="4846319"/>
              <a:ext cx="2020824" cy="617220"/>
            </a:xfrm>
            <a:prstGeom prst="rect">
              <a:avLst/>
            </a:prstGeom>
            <a:noFill/>
            <a:ln>
              <a:noFill/>
            </a:ln>
          </p:spPr>
        </p:pic>
        <p:pic>
          <p:nvPicPr>
            <p:cNvPr id="92" name="Google Shape;92;p7"/>
            <p:cNvPicPr preferRelativeResize="0"/>
            <p:nvPr/>
          </p:nvPicPr>
          <p:blipFill rotWithShape="1">
            <a:blip r:embed="rId6">
              <a:alphaModFix/>
            </a:blip>
            <a:srcRect b="0" l="0" r="0" t="0"/>
            <a:stretch/>
          </p:blipFill>
          <p:spPr>
            <a:xfrm>
              <a:off x="2784347" y="4983479"/>
              <a:ext cx="2029968" cy="384047"/>
            </a:xfrm>
            <a:prstGeom prst="rect">
              <a:avLst/>
            </a:prstGeom>
            <a:noFill/>
            <a:ln>
              <a:noFill/>
            </a:ln>
          </p:spPr>
        </p:pic>
        <p:sp>
          <p:nvSpPr>
            <p:cNvPr id="93" name="Google Shape;93;p7"/>
            <p:cNvSpPr/>
            <p:nvPr/>
          </p:nvSpPr>
          <p:spPr>
            <a:xfrm>
              <a:off x="2809240" y="4892547"/>
              <a:ext cx="1890395" cy="487045"/>
            </a:xfrm>
            <a:custGeom>
              <a:rect b="b" l="l" r="r" t="t"/>
              <a:pathLst>
                <a:path extrusionOk="0" h="487045" w="1890395">
                  <a:moveTo>
                    <a:pt x="1809114" y="0"/>
                  </a:moveTo>
                  <a:lnTo>
                    <a:pt x="81153" y="0"/>
                  </a:lnTo>
                  <a:lnTo>
                    <a:pt x="49559" y="6375"/>
                  </a:lnTo>
                  <a:lnTo>
                    <a:pt x="23764" y="23764"/>
                  </a:lnTo>
                  <a:lnTo>
                    <a:pt x="6375" y="49559"/>
                  </a:lnTo>
                  <a:lnTo>
                    <a:pt x="0" y="81152"/>
                  </a:lnTo>
                  <a:lnTo>
                    <a:pt x="0" y="405510"/>
                  </a:lnTo>
                  <a:lnTo>
                    <a:pt x="6375" y="437104"/>
                  </a:lnTo>
                  <a:lnTo>
                    <a:pt x="23764" y="462899"/>
                  </a:lnTo>
                  <a:lnTo>
                    <a:pt x="49559" y="480288"/>
                  </a:lnTo>
                  <a:lnTo>
                    <a:pt x="81153" y="486663"/>
                  </a:lnTo>
                  <a:lnTo>
                    <a:pt x="1809114" y="486663"/>
                  </a:lnTo>
                  <a:lnTo>
                    <a:pt x="1840708" y="480288"/>
                  </a:lnTo>
                  <a:lnTo>
                    <a:pt x="1866503" y="462899"/>
                  </a:lnTo>
                  <a:lnTo>
                    <a:pt x="1883892" y="437104"/>
                  </a:lnTo>
                  <a:lnTo>
                    <a:pt x="1890268" y="405510"/>
                  </a:lnTo>
                  <a:lnTo>
                    <a:pt x="1890268" y="81152"/>
                  </a:lnTo>
                  <a:lnTo>
                    <a:pt x="1883892" y="49559"/>
                  </a:lnTo>
                  <a:lnTo>
                    <a:pt x="1866503" y="23764"/>
                  </a:lnTo>
                  <a:lnTo>
                    <a:pt x="1840708" y="6375"/>
                  </a:lnTo>
                  <a:lnTo>
                    <a:pt x="1809114" y="0"/>
                  </a:lnTo>
                  <a:close/>
                </a:path>
              </a:pathLst>
            </a:custGeom>
            <a:solidFill>
              <a:srgbClr val="7E7E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7"/>
            <p:cNvSpPr/>
            <p:nvPr/>
          </p:nvSpPr>
          <p:spPr>
            <a:xfrm>
              <a:off x="2809240" y="4892547"/>
              <a:ext cx="1890395" cy="487045"/>
            </a:xfrm>
            <a:custGeom>
              <a:rect b="b" l="l" r="r" t="t"/>
              <a:pathLst>
                <a:path extrusionOk="0" h="487045" w="1890395">
                  <a:moveTo>
                    <a:pt x="0" y="81152"/>
                  </a:moveTo>
                  <a:lnTo>
                    <a:pt x="6375" y="49559"/>
                  </a:lnTo>
                  <a:lnTo>
                    <a:pt x="23764" y="23764"/>
                  </a:lnTo>
                  <a:lnTo>
                    <a:pt x="49559" y="6375"/>
                  </a:lnTo>
                  <a:lnTo>
                    <a:pt x="81153" y="0"/>
                  </a:lnTo>
                  <a:lnTo>
                    <a:pt x="1809114" y="0"/>
                  </a:lnTo>
                  <a:lnTo>
                    <a:pt x="1840708" y="6375"/>
                  </a:lnTo>
                  <a:lnTo>
                    <a:pt x="1866503" y="23764"/>
                  </a:lnTo>
                  <a:lnTo>
                    <a:pt x="1883892" y="49559"/>
                  </a:lnTo>
                  <a:lnTo>
                    <a:pt x="1890268" y="81152"/>
                  </a:lnTo>
                  <a:lnTo>
                    <a:pt x="1890268" y="405510"/>
                  </a:lnTo>
                  <a:lnTo>
                    <a:pt x="1883892" y="437104"/>
                  </a:lnTo>
                  <a:lnTo>
                    <a:pt x="1866503" y="462899"/>
                  </a:lnTo>
                  <a:lnTo>
                    <a:pt x="1840708" y="480288"/>
                  </a:lnTo>
                  <a:lnTo>
                    <a:pt x="1809114" y="486663"/>
                  </a:lnTo>
                  <a:lnTo>
                    <a:pt x="81153" y="486663"/>
                  </a:lnTo>
                  <a:lnTo>
                    <a:pt x="49559" y="480288"/>
                  </a:lnTo>
                  <a:lnTo>
                    <a:pt x="23764" y="462899"/>
                  </a:lnTo>
                  <a:lnTo>
                    <a:pt x="6375" y="437104"/>
                  </a:lnTo>
                  <a:lnTo>
                    <a:pt x="0" y="405510"/>
                  </a:lnTo>
                  <a:lnTo>
                    <a:pt x="0" y="81152"/>
                  </a:lnTo>
                  <a:close/>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 name="Google Shape;95;p7"/>
            <p:cNvPicPr preferRelativeResize="0"/>
            <p:nvPr/>
          </p:nvPicPr>
          <p:blipFill rotWithShape="1">
            <a:blip r:embed="rId7">
              <a:alphaModFix/>
            </a:blip>
            <a:srcRect b="0" l="0" r="0" t="0"/>
            <a:stretch/>
          </p:blipFill>
          <p:spPr>
            <a:xfrm>
              <a:off x="4759451" y="4823459"/>
              <a:ext cx="2020824" cy="617219"/>
            </a:xfrm>
            <a:prstGeom prst="rect">
              <a:avLst/>
            </a:prstGeom>
            <a:noFill/>
            <a:ln>
              <a:noFill/>
            </a:ln>
          </p:spPr>
        </p:pic>
        <p:pic>
          <p:nvPicPr>
            <p:cNvPr id="96" name="Google Shape;96;p7"/>
            <p:cNvPicPr preferRelativeResize="0"/>
            <p:nvPr/>
          </p:nvPicPr>
          <p:blipFill rotWithShape="1">
            <a:blip r:embed="rId8">
              <a:alphaModFix/>
            </a:blip>
            <a:srcRect b="0" l="0" r="0" t="0"/>
            <a:stretch/>
          </p:blipFill>
          <p:spPr>
            <a:xfrm>
              <a:off x="4796027" y="4960619"/>
              <a:ext cx="2029968" cy="384048"/>
            </a:xfrm>
            <a:prstGeom prst="rect">
              <a:avLst/>
            </a:prstGeom>
            <a:noFill/>
            <a:ln>
              <a:noFill/>
            </a:ln>
          </p:spPr>
        </p:pic>
        <p:sp>
          <p:nvSpPr>
            <p:cNvPr id="97" name="Google Shape;97;p7"/>
            <p:cNvSpPr/>
            <p:nvPr/>
          </p:nvSpPr>
          <p:spPr>
            <a:xfrm>
              <a:off x="4824476" y="4869179"/>
              <a:ext cx="1890395" cy="487045"/>
            </a:xfrm>
            <a:custGeom>
              <a:rect b="b" l="l" r="r" t="t"/>
              <a:pathLst>
                <a:path extrusionOk="0" h="487045" w="1890395">
                  <a:moveTo>
                    <a:pt x="1809115" y="0"/>
                  </a:moveTo>
                  <a:lnTo>
                    <a:pt x="81152" y="0"/>
                  </a:lnTo>
                  <a:lnTo>
                    <a:pt x="49559" y="6375"/>
                  </a:lnTo>
                  <a:lnTo>
                    <a:pt x="23764" y="23764"/>
                  </a:lnTo>
                  <a:lnTo>
                    <a:pt x="6375" y="49559"/>
                  </a:lnTo>
                  <a:lnTo>
                    <a:pt x="0" y="81153"/>
                  </a:lnTo>
                  <a:lnTo>
                    <a:pt x="0" y="405511"/>
                  </a:lnTo>
                  <a:lnTo>
                    <a:pt x="6375" y="437104"/>
                  </a:lnTo>
                  <a:lnTo>
                    <a:pt x="23764" y="462899"/>
                  </a:lnTo>
                  <a:lnTo>
                    <a:pt x="49559" y="480288"/>
                  </a:lnTo>
                  <a:lnTo>
                    <a:pt x="81152" y="486664"/>
                  </a:lnTo>
                  <a:lnTo>
                    <a:pt x="1809115" y="486664"/>
                  </a:lnTo>
                  <a:lnTo>
                    <a:pt x="1840708" y="480288"/>
                  </a:lnTo>
                  <a:lnTo>
                    <a:pt x="1866503" y="462899"/>
                  </a:lnTo>
                  <a:lnTo>
                    <a:pt x="1883892" y="437104"/>
                  </a:lnTo>
                  <a:lnTo>
                    <a:pt x="1890268" y="405511"/>
                  </a:lnTo>
                  <a:lnTo>
                    <a:pt x="1890268" y="81153"/>
                  </a:lnTo>
                  <a:lnTo>
                    <a:pt x="1883892" y="49559"/>
                  </a:lnTo>
                  <a:lnTo>
                    <a:pt x="1866503" y="23764"/>
                  </a:lnTo>
                  <a:lnTo>
                    <a:pt x="1840708" y="6375"/>
                  </a:lnTo>
                  <a:lnTo>
                    <a:pt x="1809115" y="0"/>
                  </a:lnTo>
                  <a:close/>
                </a:path>
              </a:pathLst>
            </a:custGeom>
            <a:solidFill>
              <a:srgbClr val="7E7E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7"/>
            <p:cNvSpPr/>
            <p:nvPr/>
          </p:nvSpPr>
          <p:spPr>
            <a:xfrm>
              <a:off x="4824476" y="4869179"/>
              <a:ext cx="1890395" cy="487045"/>
            </a:xfrm>
            <a:custGeom>
              <a:rect b="b" l="l" r="r" t="t"/>
              <a:pathLst>
                <a:path extrusionOk="0" h="487045" w="1890395">
                  <a:moveTo>
                    <a:pt x="0" y="81153"/>
                  </a:moveTo>
                  <a:lnTo>
                    <a:pt x="6375" y="49559"/>
                  </a:lnTo>
                  <a:lnTo>
                    <a:pt x="23764" y="23764"/>
                  </a:lnTo>
                  <a:lnTo>
                    <a:pt x="49559" y="6375"/>
                  </a:lnTo>
                  <a:lnTo>
                    <a:pt x="81152" y="0"/>
                  </a:lnTo>
                  <a:lnTo>
                    <a:pt x="1809115" y="0"/>
                  </a:lnTo>
                  <a:lnTo>
                    <a:pt x="1840708" y="6375"/>
                  </a:lnTo>
                  <a:lnTo>
                    <a:pt x="1866503" y="23764"/>
                  </a:lnTo>
                  <a:lnTo>
                    <a:pt x="1883892" y="49559"/>
                  </a:lnTo>
                  <a:lnTo>
                    <a:pt x="1890268" y="81153"/>
                  </a:lnTo>
                  <a:lnTo>
                    <a:pt x="1890268" y="405511"/>
                  </a:lnTo>
                  <a:lnTo>
                    <a:pt x="1883892" y="437104"/>
                  </a:lnTo>
                  <a:lnTo>
                    <a:pt x="1866503" y="462899"/>
                  </a:lnTo>
                  <a:lnTo>
                    <a:pt x="1840708" y="480288"/>
                  </a:lnTo>
                  <a:lnTo>
                    <a:pt x="1809115" y="486664"/>
                  </a:lnTo>
                  <a:lnTo>
                    <a:pt x="81152" y="486664"/>
                  </a:lnTo>
                  <a:lnTo>
                    <a:pt x="49559" y="480288"/>
                  </a:lnTo>
                  <a:lnTo>
                    <a:pt x="23764" y="462899"/>
                  </a:lnTo>
                  <a:lnTo>
                    <a:pt x="6375" y="437104"/>
                  </a:lnTo>
                  <a:lnTo>
                    <a:pt x="0" y="405511"/>
                  </a:lnTo>
                  <a:lnTo>
                    <a:pt x="0" y="81153"/>
                  </a:lnTo>
                  <a:close/>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9" name="Google Shape;99;p7"/>
            <p:cNvPicPr preferRelativeResize="0"/>
            <p:nvPr/>
          </p:nvPicPr>
          <p:blipFill rotWithShape="1">
            <a:blip r:embed="rId9">
              <a:alphaModFix/>
            </a:blip>
            <a:srcRect b="0" l="0" r="0" t="0"/>
            <a:stretch/>
          </p:blipFill>
          <p:spPr>
            <a:xfrm>
              <a:off x="6771132" y="4823459"/>
              <a:ext cx="2020824" cy="617219"/>
            </a:xfrm>
            <a:prstGeom prst="rect">
              <a:avLst/>
            </a:prstGeom>
            <a:noFill/>
            <a:ln>
              <a:noFill/>
            </a:ln>
          </p:spPr>
        </p:pic>
        <p:pic>
          <p:nvPicPr>
            <p:cNvPr id="100" name="Google Shape;100;p7"/>
            <p:cNvPicPr preferRelativeResize="0"/>
            <p:nvPr/>
          </p:nvPicPr>
          <p:blipFill rotWithShape="1">
            <a:blip r:embed="rId10">
              <a:alphaModFix/>
            </a:blip>
            <a:srcRect b="0" l="0" r="0" t="0"/>
            <a:stretch/>
          </p:blipFill>
          <p:spPr>
            <a:xfrm>
              <a:off x="6807707" y="4960619"/>
              <a:ext cx="2029968" cy="384048"/>
            </a:xfrm>
            <a:prstGeom prst="rect">
              <a:avLst/>
            </a:prstGeom>
            <a:noFill/>
            <a:ln>
              <a:noFill/>
            </a:ln>
          </p:spPr>
        </p:pic>
        <p:sp>
          <p:nvSpPr>
            <p:cNvPr id="101" name="Google Shape;101;p7"/>
            <p:cNvSpPr/>
            <p:nvPr/>
          </p:nvSpPr>
          <p:spPr>
            <a:xfrm>
              <a:off x="6834758" y="4869179"/>
              <a:ext cx="1890395" cy="487045"/>
            </a:xfrm>
            <a:custGeom>
              <a:rect b="b" l="l" r="r" t="t"/>
              <a:pathLst>
                <a:path extrusionOk="0" h="487045" w="1890395">
                  <a:moveTo>
                    <a:pt x="1809115" y="0"/>
                  </a:moveTo>
                  <a:lnTo>
                    <a:pt x="81025" y="0"/>
                  </a:lnTo>
                  <a:lnTo>
                    <a:pt x="49506" y="6375"/>
                  </a:lnTo>
                  <a:lnTo>
                    <a:pt x="23749" y="23764"/>
                  </a:lnTo>
                  <a:lnTo>
                    <a:pt x="6373" y="49559"/>
                  </a:lnTo>
                  <a:lnTo>
                    <a:pt x="0" y="81153"/>
                  </a:lnTo>
                  <a:lnTo>
                    <a:pt x="0" y="405511"/>
                  </a:lnTo>
                  <a:lnTo>
                    <a:pt x="6373" y="437104"/>
                  </a:lnTo>
                  <a:lnTo>
                    <a:pt x="23749" y="462899"/>
                  </a:lnTo>
                  <a:lnTo>
                    <a:pt x="49506" y="480288"/>
                  </a:lnTo>
                  <a:lnTo>
                    <a:pt x="81025" y="486664"/>
                  </a:lnTo>
                  <a:lnTo>
                    <a:pt x="1809115" y="486664"/>
                  </a:lnTo>
                  <a:lnTo>
                    <a:pt x="1840634" y="480288"/>
                  </a:lnTo>
                  <a:lnTo>
                    <a:pt x="1866392" y="462899"/>
                  </a:lnTo>
                  <a:lnTo>
                    <a:pt x="1883767" y="437104"/>
                  </a:lnTo>
                  <a:lnTo>
                    <a:pt x="1890141" y="405511"/>
                  </a:lnTo>
                  <a:lnTo>
                    <a:pt x="1890141" y="81153"/>
                  </a:lnTo>
                  <a:lnTo>
                    <a:pt x="1883767" y="49559"/>
                  </a:lnTo>
                  <a:lnTo>
                    <a:pt x="1866392" y="23764"/>
                  </a:lnTo>
                  <a:lnTo>
                    <a:pt x="1840634" y="6375"/>
                  </a:lnTo>
                  <a:lnTo>
                    <a:pt x="1809115" y="0"/>
                  </a:lnTo>
                  <a:close/>
                </a:path>
              </a:pathLst>
            </a:custGeom>
            <a:solidFill>
              <a:srgbClr val="7E7E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7"/>
            <p:cNvSpPr/>
            <p:nvPr/>
          </p:nvSpPr>
          <p:spPr>
            <a:xfrm>
              <a:off x="6834758" y="4869179"/>
              <a:ext cx="1890395" cy="487045"/>
            </a:xfrm>
            <a:custGeom>
              <a:rect b="b" l="l" r="r" t="t"/>
              <a:pathLst>
                <a:path extrusionOk="0" h="487045" w="1890395">
                  <a:moveTo>
                    <a:pt x="0" y="81153"/>
                  </a:moveTo>
                  <a:lnTo>
                    <a:pt x="6373" y="49559"/>
                  </a:lnTo>
                  <a:lnTo>
                    <a:pt x="23749" y="23764"/>
                  </a:lnTo>
                  <a:lnTo>
                    <a:pt x="49506" y="6375"/>
                  </a:lnTo>
                  <a:lnTo>
                    <a:pt x="81025" y="0"/>
                  </a:lnTo>
                  <a:lnTo>
                    <a:pt x="1809115" y="0"/>
                  </a:lnTo>
                  <a:lnTo>
                    <a:pt x="1840634" y="6375"/>
                  </a:lnTo>
                  <a:lnTo>
                    <a:pt x="1866392" y="23764"/>
                  </a:lnTo>
                  <a:lnTo>
                    <a:pt x="1883767" y="49559"/>
                  </a:lnTo>
                  <a:lnTo>
                    <a:pt x="1890141" y="81153"/>
                  </a:lnTo>
                  <a:lnTo>
                    <a:pt x="1890141" y="405511"/>
                  </a:lnTo>
                  <a:lnTo>
                    <a:pt x="1883767" y="437104"/>
                  </a:lnTo>
                  <a:lnTo>
                    <a:pt x="1866392" y="462899"/>
                  </a:lnTo>
                  <a:lnTo>
                    <a:pt x="1840634" y="480288"/>
                  </a:lnTo>
                  <a:lnTo>
                    <a:pt x="1809115" y="486664"/>
                  </a:lnTo>
                  <a:lnTo>
                    <a:pt x="81025" y="486664"/>
                  </a:lnTo>
                  <a:lnTo>
                    <a:pt x="49506" y="480288"/>
                  </a:lnTo>
                  <a:lnTo>
                    <a:pt x="23749" y="462899"/>
                  </a:lnTo>
                  <a:lnTo>
                    <a:pt x="6373" y="437104"/>
                  </a:lnTo>
                  <a:lnTo>
                    <a:pt x="0" y="405511"/>
                  </a:lnTo>
                  <a:lnTo>
                    <a:pt x="0" y="81153"/>
                  </a:lnTo>
                  <a:close/>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7"/>
          <p:cNvSpPr txBox="1"/>
          <p:nvPr/>
        </p:nvSpPr>
        <p:spPr>
          <a:xfrm>
            <a:off x="788314" y="4531309"/>
            <a:ext cx="1809750" cy="68961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Block 0</a:t>
            </a:r>
            <a:endParaRPr b="0" i="0" sz="1800" u="none" cap="none" strike="noStrike">
              <a:solidFill>
                <a:srgbClr val="000000"/>
              </a:solidFill>
              <a:latin typeface="Arial"/>
              <a:ea typeface="Arial"/>
              <a:cs typeface="Arial"/>
              <a:sym typeface="Arial"/>
            </a:endParaRPr>
          </a:p>
          <a:p>
            <a:pPr indent="0" lvl="0" marL="111760" marR="0" rtl="0" algn="l">
              <a:lnSpc>
                <a:spcPct val="100000"/>
              </a:lnSpc>
              <a:spcBef>
                <a:spcPts val="1739"/>
              </a:spcBef>
              <a:spcAft>
                <a:spcPts val="0"/>
              </a:spcAft>
              <a:buClr>
                <a:srgbClr val="000000"/>
              </a:buClr>
              <a:buSzPts val="1100"/>
              <a:buFont typeface="Arial"/>
              <a:buNone/>
            </a:pPr>
            <a:r>
              <a:rPr b="1" i="0" lang="en-US" sz="1100" u="none" cap="none" strike="noStrike">
                <a:solidFill>
                  <a:srgbClr val="FFFFFF"/>
                </a:solidFill>
                <a:latin typeface="Courier New"/>
                <a:ea typeface="Courier New"/>
                <a:cs typeface="Courier New"/>
                <a:sym typeface="Courier New"/>
              </a:rPr>
              <a:t>c[0]	= a[0] + b[0];</a:t>
            </a:r>
            <a:endParaRPr b="0" i="0" sz="1100" u="none" cap="none" strike="noStrike">
              <a:solidFill>
                <a:srgbClr val="000000"/>
              </a:solidFill>
              <a:latin typeface="Courier New"/>
              <a:ea typeface="Courier New"/>
              <a:cs typeface="Courier New"/>
              <a:sym typeface="Courier New"/>
            </a:endParaRPr>
          </a:p>
        </p:txBody>
      </p:sp>
      <p:sp>
        <p:nvSpPr>
          <p:cNvPr id="104" name="Google Shape;104;p7"/>
          <p:cNvSpPr txBox="1"/>
          <p:nvPr/>
        </p:nvSpPr>
        <p:spPr>
          <a:xfrm>
            <a:off x="2799333" y="4531309"/>
            <a:ext cx="1809750" cy="68961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Block 1</a:t>
            </a:r>
            <a:endParaRPr b="0" i="0" sz="1800" u="none" cap="none" strike="noStrike">
              <a:solidFill>
                <a:srgbClr val="000000"/>
              </a:solidFill>
              <a:latin typeface="Arial"/>
              <a:ea typeface="Arial"/>
              <a:cs typeface="Arial"/>
              <a:sym typeface="Arial"/>
            </a:endParaRPr>
          </a:p>
          <a:p>
            <a:pPr indent="0" lvl="0" marL="112395" marR="0" rtl="0" algn="l">
              <a:lnSpc>
                <a:spcPct val="100000"/>
              </a:lnSpc>
              <a:spcBef>
                <a:spcPts val="1739"/>
              </a:spcBef>
              <a:spcAft>
                <a:spcPts val="0"/>
              </a:spcAft>
              <a:buClr>
                <a:srgbClr val="000000"/>
              </a:buClr>
              <a:buSzPts val="1100"/>
              <a:buFont typeface="Arial"/>
              <a:buNone/>
            </a:pPr>
            <a:r>
              <a:rPr b="1" i="0" lang="en-US" sz="1100" u="none" cap="none" strike="noStrike">
                <a:solidFill>
                  <a:srgbClr val="FFFFFF"/>
                </a:solidFill>
                <a:latin typeface="Courier New"/>
                <a:ea typeface="Courier New"/>
                <a:cs typeface="Courier New"/>
                <a:sym typeface="Courier New"/>
              </a:rPr>
              <a:t>c[1]	= a[1] + b[1];</a:t>
            </a:r>
            <a:endParaRPr b="0" i="0" sz="1100" u="none" cap="none" strike="noStrike">
              <a:solidFill>
                <a:srgbClr val="000000"/>
              </a:solidFill>
              <a:latin typeface="Courier New"/>
              <a:ea typeface="Courier New"/>
              <a:cs typeface="Courier New"/>
              <a:sym typeface="Courier New"/>
            </a:endParaRPr>
          </a:p>
        </p:txBody>
      </p:sp>
      <p:sp>
        <p:nvSpPr>
          <p:cNvPr id="105" name="Google Shape;105;p7"/>
          <p:cNvSpPr txBox="1"/>
          <p:nvPr/>
        </p:nvSpPr>
        <p:spPr>
          <a:xfrm>
            <a:off x="4815585" y="4501388"/>
            <a:ext cx="1810385" cy="6959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Block 2</a:t>
            </a:r>
            <a:endParaRPr b="0" i="0" sz="1800" u="none" cap="none" strike="noStrike">
              <a:solidFill>
                <a:srgbClr val="000000"/>
              </a:solidFill>
              <a:latin typeface="Arial"/>
              <a:ea typeface="Arial"/>
              <a:cs typeface="Arial"/>
              <a:sym typeface="Arial"/>
            </a:endParaRPr>
          </a:p>
          <a:p>
            <a:pPr indent="0" lvl="0" marL="111760" marR="0" rtl="0" algn="l">
              <a:lnSpc>
                <a:spcPct val="100000"/>
              </a:lnSpc>
              <a:spcBef>
                <a:spcPts val="1789"/>
              </a:spcBef>
              <a:spcAft>
                <a:spcPts val="0"/>
              </a:spcAft>
              <a:buClr>
                <a:srgbClr val="000000"/>
              </a:buClr>
              <a:buSzPts val="1100"/>
              <a:buFont typeface="Arial"/>
              <a:buNone/>
            </a:pPr>
            <a:r>
              <a:rPr b="1" i="0" lang="en-US" sz="1100" u="none" cap="none" strike="noStrike">
                <a:solidFill>
                  <a:srgbClr val="FFFFFF"/>
                </a:solidFill>
                <a:latin typeface="Courier New"/>
                <a:ea typeface="Courier New"/>
                <a:cs typeface="Courier New"/>
                <a:sym typeface="Courier New"/>
              </a:rPr>
              <a:t>c[2]	= a[2] + b[2];</a:t>
            </a:r>
            <a:endParaRPr b="0" i="0" sz="1100" u="none" cap="none" strike="noStrike">
              <a:solidFill>
                <a:srgbClr val="000000"/>
              </a:solidFill>
              <a:latin typeface="Courier New"/>
              <a:ea typeface="Courier New"/>
              <a:cs typeface="Courier New"/>
              <a:sym typeface="Courier New"/>
            </a:endParaRPr>
          </a:p>
        </p:txBody>
      </p:sp>
      <p:sp>
        <p:nvSpPr>
          <p:cNvPr id="106" name="Google Shape;106;p7"/>
          <p:cNvSpPr txBox="1"/>
          <p:nvPr/>
        </p:nvSpPr>
        <p:spPr>
          <a:xfrm>
            <a:off x="6827011" y="4501388"/>
            <a:ext cx="1810385" cy="6959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Block 3</a:t>
            </a:r>
            <a:endParaRPr b="0" i="0" sz="1800" u="none" cap="none" strike="noStrike">
              <a:solidFill>
                <a:srgbClr val="000000"/>
              </a:solidFill>
              <a:latin typeface="Arial"/>
              <a:ea typeface="Arial"/>
              <a:cs typeface="Arial"/>
              <a:sym typeface="Arial"/>
            </a:endParaRPr>
          </a:p>
          <a:p>
            <a:pPr indent="0" lvl="0" marL="112395" marR="0" rtl="0" algn="l">
              <a:lnSpc>
                <a:spcPct val="100000"/>
              </a:lnSpc>
              <a:spcBef>
                <a:spcPts val="1789"/>
              </a:spcBef>
              <a:spcAft>
                <a:spcPts val="0"/>
              </a:spcAft>
              <a:buClr>
                <a:srgbClr val="000000"/>
              </a:buClr>
              <a:buSzPts val="1100"/>
              <a:buFont typeface="Arial"/>
              <a:buNone/>
            </a:pPr>
            <a:r>
              <a:rPr b="1" i="0" lang="en-US" sz="1100" u="none" cap="none" strike="noStrike">
                <a:solidFill>
                  <a:srgbClr val="FFFFFF"/>
                </a:solidFill>
                <a:latin typeface="Courier New"/>
                <a:ea typeface="Courier New"/>
                <a:cs typeface="Courier New"/>
                <a:sym typeface="Courier New"/>
              </a:rPr>
              <a:t>c[3]	= a[3] + b[3];</a:t>
            </a:r>
            <a:endParaRPr b="0" i="0" sz="11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2563748" y="246379"/>
            <a:ext cx="5552440" cy="40449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SzPts val="1400"/>
              <a:buNone/>
            </a:pPr>
            <a:r>
              <a:rPr lang="en-US" sz="2450"/>
              <a:t>Vector Addition on the Device: </a:t>
            </a:r>
            <a:r>
              <a:rPr lang="en-US" sz="2450">
                <a:latin typeface="Courier New"/>
                <a:ea typeface="Courier New"/>
                <a:cs typeface="Courier New"/>
                <a:sym typeface="Courier New"/>
              </a:rPr>
              <a:t>add()</a:t>
            </a:r>
            <a:endParaRPr sz="2450">
              <a:latin typeface="Courier New"/>
              <a:ea typeface="Courier New"/>
              <a:cs typeface="Courier New"/>
              <a:sym typeface="Courier New"/>
            </a:endParaRPr>
          </a:p>
        </p:txBody>
      </p:sp>
      <p:sp>
        <p:nvSpPr>
          <p:cNvPr id="112" name="Google Shape;112;p8"/>
          <p:cNvSpPr txBox="1"/>
          <p:nvPr/>
        </p:nvSpPr>
        <p:spPr>
          <a:xfrm>
            <a:off x="258267" y="1072718"/>
            <a:ext cx="7540625" cy="1676400"/>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Returning to our parallelized </a:t>
            </a:r>
            <a:r>
              <a:rPr b="1" i="0" lang="en-US" sz="2000" u="none" cap="none" strike="noStrike">
                <a:solidFill>
                  <a:srgbClr val="000000"/>
                </a:solidFill>
                <a:latin typeface="Courier New"/>
                <a:ea typeface="Courier New"/>
                <a:cs typeface="Courier New"/>
                <a:sym typeface="Courier New"/>
              </a:rPr>
              <a:t>add() </a:t>
            </a:r>
            <a:r>
              <a:rPr b="0" i="0" lang="en-US" sz="3200" u="none" cap="none" strike="noStrike">
                <a:solidFill>
                  <a:srgbClr val="000000"/>
                </a:solidFill>
                <a:latin typeface="Arial"/>
                <a:ea typeface="Arial"/>
                <a:cs typeface="Arial"/>
                <a:sym typeface="Arial"/>
              </a:rPr>
              <a:t>kernel</a:t>
            </a:r>
            <a:endParaRPr b="0" i="0" sz="3200" u="none" cap="none" strike="noStrike">
              <a:solidFill>
                <a:srgbClr val="000000"/>
              </a:solidFill>
              <a:latin typeface="Arial"/>
              <a:ea typeface="Arial"/>
              <a:cs typeface="Arial"/>
              <a:sym typeface="Arial"/>
            </a:endParaRPr>
          </a:p>
          <a:p>
            <a:pPr indent="0" lvl="0" marL="927100" marR="0" rtl="0" algn="l">
              <a:lnSpc>
                <a:spcPct val="100000"/>
              </a:lnSpc>
              <a:spcBef>
                <a:spcPts val="2675"/>
              </a:spcBef>
              <a:spcAft>
                <a:spcPts val="0"/>
              </a:spcAft>
              <a:buClr>
                <a:srgbClr val="000000"/>
              </a:buClr>
              <a:buSzPts val="1550"/>
              <a:buFont typeface="Arial"/>
              <a:buNone/>
            </a:pPr>
            <a:r>
              <a:rPr b="1" i="0" lang="en-US" sz="1550" u="sng" cap="none" strike="noStrike">
                <a:solidFill>
                  <a:srgbClr val="BEBEBE"/>
                </a:solidFill>
                <a:latin typeface="Courier New"/>
                <a:ea typeface="Courier New"/>
                <a:cs typeface="Courier New"/>
                <a:sym typeface="Courier New"/>
              </a:rPr>
              <a:t>  </a:t>
            </a:r>
            <a:r>
              <a:rPr b="1" i="0" lang="en-US" sz="1550" u="none" cap="none" strike="noStrike">
                <a:solidFill>
                  <a:srgbClr val="BEBEBE"/>
                </a:solidFill>
                <a:latin typeface="Courier New"/>
                <a:ea typeface="Courier New"/>
                <a:cs typeface="Courier New"/>
                <a:sym typeface="Courier New"/>
              </a:rPr>
              <a:t>global</a:t>
            </a:r>
            <a:r>
              <a:rPr b="1" i="0" lang="en-US" sz="1550" u="sng" cap="none" strike="noStrike">
                <a:solidFill>
                  <a:srgbClr val="BEBEBE"/>
                </a:solidFill>
                <a:latin typeface="Courier New"/>
                <a:ea typeface="Courier New"/>
                <a:cs typeface="Courier New"/>
                <a:sym typeface="Courier New"/>
              </a:rPr>
              <a:t>	</a:t>
            </a:r>
            <a:r>
              <a:rPr b="1" i="0" lang="en-US" sz="1550" u="none" cap="none" strike="noStrike">
                <a:solidFill>
                  <a:srgbClr val="BEBEBE"/>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add(</a:t>
            </a:r>
            <a:r>
              <a:rPr b="1" i="0" lang="en-US" sz="1550" u="none" cap="none" strike="noStrike">
                <a:solidFill>
                  <a:srgbClr val="BEBEBE"/>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*a, </a:t>
            </a:r>
            <a:r>
              <a:rPr b="1" i="0" lang="en-US" sz="1550" u="none" cap="none" strike="noStrike">
                <a:solidFill>
                  <a:srgbClr val="BEBEBE"/>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*b, </a:t>
            </a:r>
            <a:r>
              <a:rPr b="1" i="0" lang="en-US" sz="1550" u="none" cap="none" strike="noStrike">
                <a:solidFill>
                  <a:srgbClr val="BEBEBE"/>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*c) {</a:t>
            </a:r>
            <a:endParaRPr b="0" i="0" sz="1550" u="none" cap="none" strike="noStrike">
              <a:solidFill>
                <a:srgbClr val="000000"/>
              </a:solidFill>
              <a:latin typeface="Courier New"/>
              <a:ea typeface="Courier New"/>
              <a:cs typeface="Courier New"/>
              <a:sym typeface="Courier New"/>
            </a:endParaRPr>
          </a:p>
          <a:p>
            <a:pPr indent="0" lvl="0" marL="1842135"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c[blockIdx.x] = a[blockIdx.x] + b[blockIdx.x];</a:t>
            </a:r>
            <a:endParaRPr b="0" i="0" sz="1550" u="none" cap="none" strike="noStrike">
              <a:solidFill>
                <a:srgbClr val="000000"/>
              </a:solidFill>
              <a:latin typeface="Courier New"/>
              <a:ea typeface="Courier New"/>
              <a:cs typeface="Courier New"/>
              <a:sym typeface="Courier New"/>
            </a:endParaRPr>
          </a:p>
          <a:p>
            <a:pPr indent="0" lvl="0" marL="92710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t>
            </a:r>
            <a:endParaRPr b="0" i="0" sz="1550" u="none" cap="none" strike="noStrike">
              <a:solidFill>
                <a:srgbClr val="000000"/>
              </a:solidFill>
              <a:latin typeface="Courier New"/>
              <a:ea typeface="Courier New"/>
              <a:cs typeface="Courier New"/>
              <a:sym typeface="Courier New"/>
            </a:endParaRPr>
          </a:p>
        </p:txBody>
      </p:sp>
      <p:sp>
        <p:nvSpPr>
          <p:cNvPr id="113" name="Google Shape;113;p8"/>
          <p:cNvSpPr txBox="1"/>
          <p:nvPr/>
        </p:nvSpPr>
        <p:spPr>
          <a:xfrm>
            <a:off x="258267" y="3707968"/>
            <a:ext cx="5427345" cy="514350"/>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Let’s take a look at main()…</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ph type="title"/>
          </p:nvPr>
        </p:nvSpPr>
        <p:spPr>
          <a:xfrm>
            <a:off x="2491867" y="128727"/>
            <a:ext cx="5560060" cy="40449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SzPts val="1400"/>
              <a:buNone/>
            </a:pPr>
            <a:r>
              <a:rPr lang="en-US" sz="2450"/>
              <a:t>Vector Addition on the Device: main()</a:t>
            </a:r>
            <a:endParaRPr sz="2450"/>
          </a:p>
        </p:txBody>
      </p:sp>
      <p:sp>
        <p:nvSpPr>
          <p:cNvPr id="119" name="Google Shape;119;p9"/>
          <p:cNvSpPr txBox="1"/>
          <p:nvPr/>
        </p:nvSpPr>
        <p:spPr>
          <a:xfrm>
            <a:off x="596595" y="1516795"/>
            <a:ext cx="3014345" cy="1196975"/>
          </a:xfrm>
          <a:prstGeom prst="rect">
            <a:avLst/>
          </a:prstGeom>
          <a:noFill/>
          <a:ln>
            <a:noFill/>
          </a:ln>
        </p:spPr>
        <p:txBody>
          <a:bodyPr anchorCtr="0" anchor="t" bIns="0" lIns="0" spcFirstLastPara="1" rIns="0" wrap="square" tIns="68575">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FF9933"/>
                </a:solidFill>
                <a:latin typeface="Courier New"/>
                <a:ea typeface="Courier New"/>
                <a:cs typeface="Courier New"/>
                <a:sym typeface="Courier New"/>
              </a:rPr>
              <a:t>#define N 512</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40"/>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main(void) {</a:t>
            </a:r>
            <a:endParaRPr b="0" i="0" sz="1550" u="none" cap="none" strike="noStrike">
              <a:solidFill>
                <a:srgbClr val="000000"/>
              </a:solidFill>
              <a:latin typeface="Courier New"/>
              <a:ea typeface="Courier New"/>
              <a:cs typeface="Courier New"/>
              <a:sym typeface="Courier New"/>
            </a:endParaRPr>
          </a:p>
          <a:p>
            <a:pPr indent="0" lvl="0" marL="437515" marR="0" rtl="0" algn="l">
              <a:lnSpc>
                <a:spcPct val="100000"/>
              </a:lnSpc>
              <a:spcBef>
                <a:spcPts val="450"/>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FF9933"/>
                </a:solidFill>
                <a:latin typeface="Courier New"/>
                <a:ea typeface="Courier New"/>
                <a:cs typeface="Courier New"/>
                <a:sym typeface="Courier New"/>
              </a:rPr>
              <a:t>*a	*b	*c</a:t>
            </a:r>
            <a:endParaRPr b="0" i="0" sz="1550" u="none" cap="none" strike="noStrike">
              <a:solidFill>
                <a:srgbClr val="000000"/>
              </a:solidFill>
              <a:latin typeface="Courier New"/>
              <a:ea typeface="Courier New"/>
              <a:cs typeface="Courier New"/>
              <a:sym typeface="Courier New"/>
            </a:endParaRPr>
          </a:p>
          <a:p>
            <a:pPr indent="0" lvl="0" marL="437515" marR="0" rtl="0" algn="l">
              <a:lnSpc>
                <a:spcPct val="100000"/>
              </a:lnSpc>
              <a:spcBef>
                <a:spcPts val="445"/>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*d_a, *d_b, *d_c;</a:t>
            </a:r>
            <a:endParaRPr b="0" i="0" sz="1550" u="none" cap="none" strike="noStrike">
              <a:solidFill>
                <a:srgbClr val="000000"/>
              </a:solidFill>
              <a:latin typeface="Courier New"/>
              <a:ea typeface="Courier New"/>
              <a:cs typeface="Courier New"/>
              <a:sym typeface="Courier New"/>
            </a:endParaRPr>
          </a:p>
        </p:txBody>
      </p:sp>
      <p:sp>
        <p:nvSpPr>
          <p:cNvPr id="120" name="Google Shape;120;p9"/>
          <p:cNvSpPr txBox="1"/>
          <p:nvPr/>
        </p:nvSpPr>
        <p:spPr>
          <a:xfrm>
            <a:off x="3766565" y="2101883"/>
            <a:ext cx="3321685" cy="612140"/>
          </a:xfrm>
          <a:prstGeom prst="rect">
            <a:avLst/>
          </a:prstGeom>
          <a:noFill/>
          <a:ln>
            <a:noFill/>
          </a:ln>
        </p:spPr>
        <p:txBody>
          <a:bodyPr anchorCtr="0" anchor="t" bIns="0" lIns="0" spcFirstLastPara="1" rIns="0" wrap="square" tIns="68575">
            <a:spAutoFit/>
          </a:bodyPr>
          <a:lstStyle/>
          <a:p>
            <a:pPr indent="0" lvl="0" marL="1270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host copies of a, b, c</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5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device copies of a, b, c</a:t>
            </a:r>
            <a:endParaRPr b="0" i="0" sz="1550" u="none" cap="none" strike="noStrike">
              <a:solidFill>
                <a:srgbClr val="000000"/>
              </a:solidFill>
              <a:latin typeface="Courier New"/>
              <a:ea typeface="Courier New"/>
              <a:cs typeface="Courier New"/>
              <a:sym typeface="Courier New"/>
            </a:endParaRPr>
          </a:p>
        </p:txBody>
      </p:sp>
      <p:sp>
        <p:nvSpPr>
          <p:cNvPr id="121" name="Google Shape;121;p9"/>
          <p:cNvSpPr txBox="1"/>
          <p:nvPr/>
        </p:nvSpPr>
        <p:spPr>
          <a:xfrm>
            <a:off x="1021791" y="2739390"/>
            <a:ext cx="5278120" cy="173101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size = </a:t>
            </a:r>
            <a:r>
              <a:rPr b="1" i="0" lang="en-US" sz="1550" u="none" cap="none" strike="noStrike">
                <a:solidFill>
                  <a:srgbClr val="FF9933"/>
                </a:solidFill>
                <a:latin typeface="Courier New"/>
                <a:ea typeface="Courier New"/>
                <a:cs typeface="Courier New"/>
                <a:sym typeface="Courier New"/>
              </a:rPr>
              <a:t>N * </a:t>
            </a:r>
            <a:r>
              <a:rPr b="1" i="0" lang="en-US" sz="1550" u="none" cap="none" strike="noStrike">
                <a:solidFill>
                  <a:srgbClr val="89AC00"/>
                </a:solidFill>
                <a:latin typeface="Courier New"/>
                <a:ea typeface="Courier New"/>
                <a:cs typeface="Courier New"/>
                <a:sym typeface="Courier New"/>
              </a:rPr>
              <a:t>sizeof</a:t>
            </a:r>
            <a:r>
              <a:rPr b="1" i="0" lang="en-US" sz="1550" u="none" cap="none" strike="noStrike">
                <a:solidFill>
                  <a:srgbClr val="000000"/>
                </a:solidFill>
                <a:latin typeface="Courier New"/>
                <a:ea typeface="Courier New"/>
                <a:cs typeface="Courier New"/>
                <a:sym typeface="Courier New"/>
              </a:rPr>
              <a:t>(</a:t>
            </a:r>
            <a:r>
              <a:rPr b="1" i="0" lang="en-US" sz="1550" u="none" cap="none" strike="noStrike">
                <a:solidFill>
                  <a:srgbClr val="89AC00"/>
                </a:solidFill>
                <a:latin typeface="Courier New"/>
                <a:ea typeface="Courier New"/>
                <a:cs typeface="Courier New"/>
                <a:sym typeface="Courier New"/>
              </a:rPr>
              <a:t>int</a:t>
            </a:r>
            <a:r>
              <a:rPr b="1" i="0" lang="en-US" sz="1550" u="none" cap="none" strike="noStrike">
                <a:solidFill>
                  <a:srgbClr val="000000"/>
                </a:solidFill>
                <a:latin typeface="Courier New"/>
                <a:ea typeface="Courier New"/>
                <a:cs typeface="Courier New"/>
                <a:sym typeface="Courier New"/>
              </a:rPr>
              <a:t>);</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550"/>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12700" marR="5080" rtl="0" algn="l">
              <a:lnSpc>
                <a:spcPct val="124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a:t>
            </a:r>
            <a:r>
              <a:rPr b="1" i="0" lang="en-US" sz="1550" u="none" cap="none" strike="noStrike">
                <a:solidFill>
                  <a:srgbClr val="BADFE2"/>
                </a:solidFill>
                <a:latin typeface="Courier New"/>
                <a:ea typeface="Courier New"/>
                <a:cs typeface="Courier New"/>
                <a:sym typeface="Courier New"/>
              </a:rPr>
              <a:t>Alloc space for device copies of a, b, c </a:t>
            </a:r>
            <a:r>
              <a:rPr b="1" i="0" lang="en-US" sz="1550" u="none" cap="none" strike="noStrike">
                <a:solidFill>
                  <a:srgbClr val="000000"/>
                </a:solidFill>
                <a:latin typeface="Courier New"/>
                <a:ea typeface="Courier New"/>
                <a:cs typeface="Courier New"/>
                <a:sym typeface="Courier New"/>
              </a:rPr>
              <a:t>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**)&amp;d_a, size); 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**)&amp;d_b, size); 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**)&amp;d_c, size);</a:t>
            </a:r>
            <a:endParaRPr b="0" i="0" sz="1550" u="none" cap="none" strike="noStrike">
              <a:solidFill>
                <a:srgbClr val="000000"/>
              </a:solidFill>
              <a:latin typeface="Courier New"/>
              <a:ea typeface="Courier New"/>
              <a:cs typeface="Courier New"/>
              <a:sym typeface="Courier New"/>
            </a:endParaRPr>
          </a:p>
        </p:txBody>
      </p:sp>
      <p:sp>
        <p:nvSpPr>
          <p:cNvPr id="122" name="Google Shape;122;p9"/>
          <p:cNvSpPr txBox="1"/>
          <p:nvPr/>
        </p:nvSpPr>
        <p:spPr>
          <a:xfrm>
            <a:off x="1021791" y="4788865"/>
            <a:ext cx="7840980" cy="26733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Alloc space for host copies of a, b, c and setup input values</a:t>
            </a:r>
            <a:endParaRPr b="0" i="0" sz="1550" u="none" cap="none" strike="noStrike">
              <a:solidFill>
                <a:srgbClr val="000000"/>
              </a:solidFill>
              <a:latin typeface="Courier New"/>
              <a:ea typeface="Courier New"/>
              <a:cs typeface="Courier New"/>
              <a:sym typeface="Courier New"/>
            </a:endParaRPr>
          </a:p>
        </p:txBody>
      </p:sp>
      <p:graphicFrame>
        <p:nvGraphicFramePr>
          <p:cNvPr id="123" name="Google Shape;123;p9"/>
          <p:cNvGraphicFramePr/>
          <p:nvPr/>
        </p:nvGraphicFramePr>
        <p:xfrm>
          <a:off x="1002741" y="5128169"/>
          <a:ext cx="3000000" cy="3000000"/>
        </p:xfrm>
        <a:graphic>
          <a:graphicData uri="http://schemas.openxmlformats.org/drawingml/2006/table">
            <a:tbl>
              <a:tblPr bandRow="1" firstRow="1">
                <a:noFill/>
                <a:tableStyleId>{4E501826-8B68-497C-9E6C-C25F770EEAD1}</a:tableStyleId>
              </a:tblPr>
              <a:tblGrid>
                <a:gridCol w="457825"/>
                <a:gridCol w="612775"/>
                <a:gridCol w="3790950"/>
                <a:gridCol w="460375"/>
              </a:tblGrid>
              <a:tr h="260350">
                <a:tc>
                  <a:txBody>
                    <a:bodyPr/>
                    <a:lstStyle/>
                    <a:p>
                      <a:pPr indent="0" lvl="0" marL="0" marR="23495" rtl="0" algn="ctr">
                        <a:lnSpc>
                          <a:spcPct val="105161"/>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a =</a:t>
                      </a:r>
                      <a:endParaRPr sz="1550" u="none" cap="none" strike="noStrike">
                        <a:latin typeface="Courier New"/>
                        <a:ea typeface="Courier New"/>
                        <a:cs typeface="Courier New"/>
                        <a:sym typeface="Courier New"/>
                      </a:endParaRPr>
                    </a:p>
                  </a:txBody>
                  <a:tcPr marT="0" marB="0" marR="0" marL="0"/>
                </a:tc>
                <a:tc>
                  <a:txBody>
                    <a:bodyPr/>
                    <a:lstStyle/>
                    <a:p>
                      <a:pPr indent="0" lvl="0" marL="3175" marR="0" rtl="0" algn="ctr">
                        <a:lnSpc>
                          <a:spcPct val="105161"/>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(int</a:t>
                      </a:r>
                      <a:endParaRPr sz="1550" u="none" cap="none" strike="noStrike">
                        <a:latin typeface="Courier New"/>
                        <a:ea typeface="Courier New"/>
                        <a:cs typeface="Courier New"/>
                        <a:sym typeface="Courier New"/>
                      </a:endParaRPr>
                    </a:p>
                  </a:txBody>
                  <a:tcPr marT="0" marB="0" marR="0" marL="0"/>
                </a:tc>
                <a:tc>
                  <a:txBody>
                    <a:bodyPr/>
                    <a:lstStyle/>
                    <a:p>
                      <a:pPr indent="0" lvl="0" marL="59055" marR="0" rtl="0" algn="l">
                        <a:lnSpc>
                          <a:spcPct val="105161"/>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*)malloc(size); random_ints(a,</a:t>
                      </a:r>
                      <a:endParaRPr sz="155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5161"/>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N);</a:t>
                      </a:r>
                      <a:endParaRPr sz="1550" u="none" cap="none" strike="noStrike">
                        <a:latin typeface="Courier New"/>
                        <a:ea typeface="Courier New"/>
                        <a:cs typeface="Courier New"/>
                        <a:sym typeface="Courier New"/>
                      </a:endParaRPr>
                    </a:p>
                  </a:txBody>
                  <a:tcPr marT="0" marB="0" marR="0" marL="0"/>
                </a:tc>
              </a:tr>
              <a:tr h="292725">
                <a:tc>
                  <a:txBody>
                    <a:bodyPr/>
                    <a:lstStyle/>
                    <a:p>
                      <a:pPr indent="0" lvl="0" marL="0" marR="23495" rtl="0" algn="ctr">
                        <a:lnSpc>
                          <a:spcPct val="100000"/>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b =</a:t>
                      </a:r>
                      <a:endParaRPr sz="1550" u="none" cap="none" strike="noStrike">
                        <a:latin typeface="Courier New"/>
                        <a:ea typeface="Courier New"/>
                        <a:cs typeface="Courier New"/>
                        <a:sym typeface="Courier New"/>
                      </a:endParaRPr>
                    </a:p>
                  </a:txBody>
                  <a:tcPr marT="3175" marB="0" marR="0" marL="0"/>
                </a:tc>
                <a:tc>
                  <a:txBody>
                    <a:bodyPr/>
                    <a:lstStyle/>
                    <a:p>
                      <a:pPr indent="0" lvl="0" marL="3175" marR="0" rtl="0" algn="ctr">
                        <a:lnSpc>
                          <a:spcPct val="100000"/>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(int</a:t>
                      </a:r>
                      <a:endParaRPr sz="1550" u="none" cap="none" strike="noStrike">
                        <a:latin typeface="Courier New"/>
                        <a:ea typeface="Courier New"/>
                        <a:cs typeface="Courier New"/>
                        <a:sym typeface="Courier New"/>
                      </a:endParaRPr>
                    </a:p>
                  </a:txBody>
                  <a:tcPr marT="3175"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*)malloc(size); random_ints(b,</a:t>
                      </a:r>
                      <a:endParaRPr sz="1550" u="none" cap="none" strike="noStrike">
                        <a:latin typeface="Courier New"/>
                        <a:ea typeface="Courier New"/>
                        <a:cs typeface="Courier New"/>
                        <a:sym typeface="Courier New"/>
                      </a:endParaRPr>
                    </a:p>
                  </a:txBody>
                  <a:tcPr marT="3175" marB="0" marR="0" marL="0"/>
                </a:tc>
                <a:tc>
                  <a:txBody>
                    <a:bodyPr/>
                    <a:lstStyle/>
                    <a:p>
                      <a:pPr indent="0" lvl="0" marL="0" marR="24130" rtl="0" algn="r">
                        <a:lnSpc>
                          <a:spcPct val="100000"/>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N);</a:t>
                      </a:r>
                      <a:endParaRPr sz="1550" u="none" cap="none" strike="noStrike">
                        <a:latin typeface="Courier New"/>
                        <a:ea typeface="Courier New"/>
                        <a:cs typeface="Courier New"/>
                        <a:sym typeface="Courier New"/>
                      </a:endParaRPr>
                    </a:p>
                  </a:txBody>
                  <a:tcPr marT="3175" marB="0" marR="0" marL="0"/>
                </a:tc>
              </a:tr>
              <a:tr h="260350">
                <a:tc>
                  <a:txBody>
                    <a:bodyPr/>
                    <a:lstStyle/>
                    <a:p>
                      <a:pPr indent="0" lvl="0" marL="0" marR="22860" rtl="0" algn="ctr">
                        <a:lnSpc>
                          <a:spcPct val="100000"/>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c =</a:t>
                      </a:r>
                      <a:endParaRPr sz="1550" u="none" cap="none" strike="noStrike">
                        <a:latin typeface="Courier New"/>
                        <a:ea typeface="Courier New"/>
                        <a:cs typeface="Courier New"/>
                        <a:sym typeface="Courier New"/>
                      </a:endParaRPr>
                    </a:p>
                  </a:txBody>
                  <a:tcPr marT="3175" marB="0" marR="0" marL="0"/>
                </a:tc>
                <a:tc>
                  <a:txBody>
                    <a:bodyPr/>
                    <a:lstStyle/>
                    <a:p>
                      <a:pPr indent="0" lvl="0" marL="3175" marR="0" rtl="0" algn="ctr">
                        <a:lnSpc>
                          <a:spcPct val="100000"/>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(int</a:t>
                      </a:r>
                      <a:endParaRPr sz="1550" u="none" cap="none" strike="noStrike">
                        <a:latin typeface="Courier New"/>
                        <a:ea typeface="Courier New"/>
                        <a:cs typeface="Courier New"/>
                        <a:sym typeface="Courier New"/>
                      </a:endParaRPr>
                    </a:p>
                  </a:txBody>
                  <a:tcPr marT="3175"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solidFill>
                            <a:srgbClr val="FF9933"/>
                          </a:solidFill>
                          <a:latin typeface="Courier New"/>
                          <a:ea typeface="Courier New"/>
                          <a:cs typeface="Courier New"/>
                          <a:sym typeface="Courier New"/>
                        </a:rPr>
                        <a:t>*)malloc(size);</a:t>
                      </a:r>
                      <a:endParaRPr sz="1550" u="none" cap="none" strike="noStrike">
                        <a:latin typeface="Courier New"/>
                        <a:ea typeface="Courier New"/>
                        <a:cs typeface="Courier New"/>
                        <a:sym typeface="Courier New"/>
                      </a:endParaRPr>
                    </a:p>
                  </a:txBody>
                  <a:tcPr marT="3175"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0"/>
          <p:cNvSpPr txBox="1"/>
          <p:nvPr>
            <p:ph type="title"/>
          </p:nvPr>
        </p:nvSpPr>
        <p:spPr>
          <a:xfrm>
            <a:off x="2347722" y="86309"/>
            <a:ext cx="5560695" cy="40449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SzPts val="1400"/>
              <a:buNone/>
            </a:pPr>
            <a:r>
              <a:rPr lang="en-US" sz="2450"/>
              <a:t>Vector Addition on the Device: main()</a:t>
            </a:r>
            <a:endParaRPr sz="2450"/>
          </a:p>
        </p:txBody>
      </p:sp>
      <p:sp>
        <p:nvSpPr>
          <p:cNvPr id="129" name="Google Shape;129;p10"/>
          <p:cNvSpPr txBox="1"/>
          <p:nvPr/>
        </p:nvSpPr>
        <p:spPr>
          <a:xfrm>
            <a:off x="568248" y="1397482"/>
            <a:ext cx="6507480" cy="4417695"/>
          </a:xfrm>
          <a:prstGeom prst="rect">
            <a:avLst/>
          </a:prstGeom>
          <a:noFill/>
          <a:ln>
            <a:noFill/>
          </a:ln>
        </p:spPr>
        <p:txBody>
          <a:bodyPr anchorCtr="0" anchor="t" bIns="0" lIns="0" spcFirstLastPara="1" rIns="0" wrap="square" tIns="68575">
            <a:spAutoFit/>
          </a:bodyPr>
          <a:lstStyle/>
          <a:p>
            <a:pPr indent="0" lvl="0" marL="50165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Copy inputs to device</a:t>
            </a:r>
            <a:endParaRPr b="0" i="0" sz="1550" u="none" cap="none" strike="noStrike">
              <a:solidFill>
                <a:srgbClr val="000000"/>
              </a:solidFill>
              <a:latin typeface="Courier New"/>
              <a:ea typeface="Courier New"/>
              <a:cs typeface="Courier New"/>
              <a:sym typeface="Courier New"/>
            </a:endParaRPr>
          </a:p>
          <a:p>
            <a:pPr indent="0" lvl="0" marL="501650" marR="5080" rtl="0" algn="l">
              <a:lnSpc>
                <a:spcPct val="123900"/>
              </a:lnSpc>
              <a:spcBef>
                <a:spcPts val="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cudaMemcpy(d_a, a, size, cudaMemcpyHostToDevice); cudaMemcpy(d_b, b, size, cudaMemcpyHostToDevice);</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994"/>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5"/>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Launch add() kernel on GPU with N blocks</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add&lt;&lt;&lt;</a:t>
            </a:r>
            <a:r>
              <a:rPr b="1" i="0" lang="en-US" sz="1550" u="none" cap="none" strike="noStrike">
                <a:solidFill>
                  <a:srgbClr val="FF9933"/>
                </a:solidFill>
                <a:latin typeface="Courier New"/>
                <a:ea typeface="Courier New"/>
                <a:cs typeface="Courier New"/>
                <a:sym typeface="Courier New"/>
              </a:rPr>
              <a:t>N</a:t>
            </a:r>
            <a:r>
              <a:rPr b="1" i="0" lang="en-US" sz="1550" u="none" cap="none" strike="noStrike">
                <a:solidFill>
                  <a:srgbClr val="000000"/>
                </a:solidFill>
                <a:latin typeface="Courier New"/>
                <a:ea typeface="Courier New"/>
                <a:cs typeface="Courier New"/>
                <a:sym typeface="Courier New"/>
              </a:rPr>
              <a:t>,1&gt;&gt;&gt;(d_a, d_b, d_c);</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994"/>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5"/>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Copy result back to host</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cudaMemcpy(c, d_c, size, cudaMemcpyDeviceToHost);</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994"/>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5"/>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Cleanup</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FF9933"/>
                </a:solidFill>
                <a:latin typeface="Courier New"/>
                <a:ea typeface="Courier New"/>
                <a:cs typeface="Courier New"/>
                <a:sym typeface="Courier New"/>
              </a:rPr>
              <a:t>free(a); free(b); free(c);</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cudaFree(d_a); cudaFree(d_b); cudaFree(d_c);</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return </a:t>
            </a:r>
            <a:r>
              <a:rPr b="1" i="0" lang="en-US" sz="1550" u="none" cap="none" strike="noStrike">
                <a:solidFill>
                  <a:srgbClr val="000000"/>
                </a:solidFill>
                <a:latin typeface="Courier New"/>
                <a:ea typeface="Courier New"/>
                <a:cs typeface="Courier New"/>
                <a:sym typeface="Courier New"/>
              </a:rPr>
              <a:t>0;</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t>
            </a:r>
            <a:endParaRPr b="0" i="0" sz="155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1"/>
          <p:cNvSpPr txBox="1"/>
          <p:nvPr/>
        </p:nvSpPr>
        <p:spPr>
          <a:xfrm>
            <a:off x="258267" y="237236"/>
            <a:ext cx="6825615" cy="1304290"/>
          </a:xfrm>
          <a:prstGeom prst="rect">
            <a:avLst/>
          </a:prstGeom>
          <a:noFill/>
          <a:ln>
            <a:noFill/>
          </a:ln>
        </p:spPr>
        <p:txBody>
          <a:bodyPr anchorCtr="0" anchor="t" bIns="0" lIns="0" spcFirstLastPara="1" rIns="0" wrap="square" tIns="13325">
            <a:spAutoFit/>
          </a:bodyPr>
          <a:lstStyle/>
          <a:p>
            <a:pPr indent="0" lvl="0" marL="227965" marR="0" rtl="0" algn="ctr">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Review (1 of 2)</a:t>
            </a:r>
            <a:endParaRPr b="0" i="0" sz="2800" u="none" cap="none" strike="noStrike">
              <a:solidFill>
                <a:srgbClr val="000000"/>
              </a:solidFill>
              <a:latin typeface="Cambria"/>
              <a:ea typeface="Cambria"/>
              <a:cs typeface="Cambria"/>
              <a:sym typeface="Cambria"/>
            </a:endParaRPr>
          </a:p>
          <a:p>
            <a:pPr indent="-342900" lvl="0" marL="355600" marR="0" rtl="0" algn="l">
              <a:lnSpc>
                <a:spcPct val="100000"/>
              </a:lnSpc>
              <a:spcBef>
                <a:spcPts val="286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Difference between </a:t>
            </a:r>
            <a:r>
              <a:rPr b="0" i="1" lang="en-US" sz="3200" u="none" cap="none" strike="noStrike">
                <a:solidFill>
                  <a:srgbClr val="000000"/>
                </a:solidFill>
                <a:latin typeface="Arial"/>
                <a:ea typeface="Arial"/>
                <a:cs typeface="Arial"/>
                <a:sym typeface="Arial"/>
              </a:rPr>
              <a:t>host </a:t>
            </a:r>
            <a:r>
              <a:rPr b="0" i="0" lang="en-US" sz="3200" u="none" cap="none" strike="noStrike">
                <a:solidFill>
                  <a:srgbClr val="000000"/>
                </a:solidFill>
                <a:latin typeface="Arial"/>
                <a:ea typeface="Arial"/>
                <a:cs typeface="Arial"/>
                <a:sym typeface="Arial"/>
              </a:rPr>
              <a:t>and </a:t>
            </a:r>
            <a:r>
              <a:rPr b="0" i="1" lang="en-US" sz="3200" u="none" cap="none" strike="noStrike">
                <a:solidFill>
                  <a:srgbClr val="000000"/>
                </a:solidFill>
                <a:latin typeface="Arial"/>
                <a:ea typeface="Arial"/>
                <a:cs typeface="Arial"/>
                <a:sym typeface="Arial"/>
              </a:rPr>
              <a:t>device</a:t>
            </a:r>
            <a:endParaRPr b="0" i="0" sz="3200" u="none" cap="none" strike="noStrike">
              <a:solidFill>
                <a:srgbClr val="000000"/>
              </a:solidFill>
              <a:latin typeface="Arial"/>
              <a:ea typeface="Arial"/>
              <a:cs typeface="Arial"/>
              <a:sym typeface="Arial"/>
            </a:endParaRPr>
          </a:p>
        </p:txBody>
      </p:sp>
      <p:sp>
        <p:nvSpPr>
          <p:cNvPr id="135" name="Google Shape;135;p11"/>
          <p:cNvSpPr txBox="1"/>
          <p:nvPr/>
        </p:nvSpPr>
        <p:spPr>
          <a:xfrm>
            <a:off x="715772" y="1514612"/>
            <a:ext cx="1402080" cy="968375"/>
          </a:xfrm>
          <a:prstGeom prst="rect">
            <a:avLst/>
          </a:prstGeom>
          <a:noFill/>
          <a:ln>
            <a:noFill/>
          </a:ln>
        </p:spPr>
        <p:txBody>
          <a:bodyPr anchorCtr="0" anchor="t" bIns="0" lIns="0" spcFirstLastPara="1" rIns="0" wrap="square" tIns="56500">
            <a:spAutoFit/>
          </a:bodyPr>
          <a:lstStyle/>
          <a:p>
            <a:pPr indent="-287020" lvl="0" marL="299720" marR="0" rtl="0" algn="l">
              <a:lnSpc>
                <a:spcPct val="100000"/>
              </a:lnSpc>
              <a:spcBef>
                <a:spcPts val="0"/>
              </a:spcBef>
              <a:spcAft>
                <a:spcPts val="0"/>
              </a:spcAft>
              <a:buClr>
                <a:srgbClr val="2C2C89"/>
              </a:buClr>
              <a:buSzPts val="2800"/>
              <a:buFont typeface="Arial"/>
              <a:buChar char="–"/>
            </a:pPr>
            <a:r>
              <a:rPr b="0" i="1" lang="en-US" sz="2800" u="none" cap="none" strike="noStrike">
                <a:solidFill>
                  <a:srgbClr val="2C2C89"/>
                </a:solidFill>
                <a:latin typeface="Arial"/>
                <a:ea typeface="Arial"/>
                <a:cs typeface="Arial"/>
                <a:sym typeface="Arial"/>
              </a:rPr>
              <a:t>Host</a:t>
            </a:r>
            <a:endParaRPr b="0" i="0" sz="2800" u="none" cap="none" strike="noStrike">
              <a:solidFill>
                <a:srgbClr val="000000"/>
              </a:solidFill>
              <a:latin typeface="Arial"/>
              <a:ea typeface="Arial"/>
              <a:cs typeface="Arial"/>
              <a:sym typeface="Arial"/>
            </a:endParaRPr>
          </a:p>
          <a:p>
            <a:pPr indent="-287020" lvl="0" marL="299720" marR="0" rtl="0" algn="l">
              <a:lnSpc>
                <a:spcPct val="100000"/>
              </a:lnSpc>
              <a:spcBef>
                <a:spcPts val="355"/>
              </a:spcBef>
              <a:spcAft>
                <a:spcPts val="0"/>
              </a:spcAft>
              <a:buClr>
                <a:srgbClr val="2C2C89"/>
              </a:buClr>
              <a:buSzPts val="2800"/>
              <a:buFont typeface="Arial"/>
              <a:buChar char="–"/>
            </a:pPr>
            <a:r>
              <a:rPr b="0" i="1" lang="en-US" sz="2800" u="none" cap="none" strike="noStrike">
                <a:solidFill>
                  <a:srgbClr val="2C2C89"/>
                </a:solidFill>
                <a:latin typeface="Arial"/>
                <a:ea typeface="Arial"/>
                <a:cs typeface="Arial"/>
                <a:sym typeface="Arial"/>
              </a:rPr>
              <a:t>Device</a:t>
            </a:r>
            <a:endParaRPr b="0" i="0" sz="2800" u="none" cap="none" strike="noStrike">
              <a:solidFill>
                <a:srgbClr val="000000"/>
              </a:solidFill>
              <a:latin typeface="Arial"/>
              <a:ea typeface="Arial"/>
              <a:cs typeface="Arial"/>
              <a:sym typeface="Arial"/>
            </a:endParaRPr>
          </a:p>
        </p:txBody>
      </p:sp>
      <p:sp>
        <p:nvSpPr>
          <p:cNvPr id="136" name="Google Shape;136;p11"/>
          <p:cNvSpPr txBox="1"/>
          <p:nvPr/>
        </p:nvSpPr>
        <p:spPr>
          <a:xfrm>
            <a:off x="3003042" y="1514612"/>
            <a:ext cx="800100" cy="968375"/>
          </a:xfrm>
          <a:prstGeom prst="rect">
            <a:avLst/>
          </a:prstGeom>
          <a:noFill/>
          <a:ln>
            <a:noFill/>
          </a:ln>
        </p:spPr>
        <p:txBody>
          <a:bodyPr anchorCtr="0" anchor="t" bIns="0" lIns="0" spcFirstLastPara="1" rIns="0" wrap="square" tIns="12700">
            <a:spAutoFit/>
          </a:bodyPr>
          <a:lstStyle/>
          <a:p>
            <a:pPr indent="0" lvl="0" marL="12700" marR="5080" rtl="0" algn="l">
              <a:lnSpc>
                <a:spcPct val="1104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CPU GPU</a:t>
            </a:r>
            <a:endParaRPr b="0" i="0" sz="2800" u="none" cap="none" strike="noStrike">
              <a:solidFill>
                <a:srgbClr val="000000"/>
              </a:solidFill>
              <a:latin typeface="Arial"/>
              <a:ea typeface="Arial"/>
              <a:cs typeface="Arial"/>
              <a:sym typeface="Arial"/>
            </a:endParaRPr>
          </a:p>
        </p:txBody>
      </p:sp>
      <p:sp>
        <p:nvSpPr>
          <p:cNvPr id="137" name="Google Shape;137;p11"/>
          <p:cNvSpPr txBox="1"/>
          <p:nvPr/>
        </p:nvSpPr>
        <p:spPr>
          <a:xfrm>
            <a:off x="258267" y="3040202"/>
            <a:ext cx="7567930" cy="3405504"/>
          </a:xfrm>
          <a:prstGeom prst="rect">
            <a:avLst/>
          </a:prstGeom>
          <a:noFill/>
          <a:ln>
            <a:noFill/>
          </a:ln>
        </p:spPr>
        <p:txBody>
          <a:bodyPr anchorCtr="0" anchor="t" bIns="0" lIns="0" spcFirstLastPara="1" rIns="0" wrap="square" tIns="67925">
            <a:spAutoFit/>
          </a:bodyPr>
          <a:lstStyle/>
          <a:p>
            <a:pPr indent="-343535" lvl="0" marL="355600" marR="179070" rtl="0" algn="l">
              <a:lnSpc>
                <a:spcPct val="108124"/>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Using </a:t>
            </a:r>
            <a:r>
              <a:rPr b="0" i="0" lang="en-US" sz="3200" u="sng" cap="none" strike="noStrike">
                <a:solidFill>
                  <a:srgbClr val="000000"/>
                </a:solidFill>
                <a:latin typeface="Arial"/>
                <a:ea typeface="Arial"/>
                <a:cs typeface="Arial"/>
                <a:sym typeface="Arial"/>
              </a:rPr>
              <a:t>	</a:t>
            </a:r>
            <a:r>
              <a:rPr b="1" i="0" lang="en-US" sz="2000" u="none" cap="none" strike="noStrike">
                <a:solidFill>
                  <a:srgbClr val="2C2C89"/>
                </a:solidFill>
                <a:latin typeface="Courier New"/>
                <a:ea typeface="Courier New"/>
                <a:cs typeface="Courier New"/>
                <a:sym typeface="Courier New"/>
              </a:rPr>
              <a:t>global</a:t>
            </a:r>
            <a:r>
              <a:rPr b="1" i="0" lang="en-US" sz="2000" u="sng" cap="none" strike="noStrike">
                <a:solidFill>
                  <a:srgbClr val="2C2C89"/>
                </a:solidFill>
                <a:latin typeface="Courier New"/>
                <a:ea typeface="Courier New"/>
                <a:cs typeface="Courier New"/>
                <a:sym typeface="Courier New"/>
              </a:rPr>
              <a:t>	</a:t>
            </a:r>
            <a:r>
              <a:rPr b="0" i="0" lang="en-US" sz="3200" u="none" cap="none" strike="noStrike">
                <a:solidFill>
                  <a:srgbClr val="000000"/>
                </a:solidFill>
                <a:latin typeface="Arial"/>
                <a:ea typeface="Arial"/>
                <a:cs typeface="Arial"/>
                <a:sym typeface="Arial"/>
              </a:rPr>
              <a:t>to declare a function as device code</a:t>
            </a:r>
            <a:endParaRPr b="0" i="0" sz="3200" u="none" cap="none" strike="noStrike">
              <a:solidFill>
                <a:srgbClr val="000000"/>
              </a:solidFill>
              <a:latin typeface="Arial"/>
              <a:ea typeface="Arial"/>
              <a:cs typeface="Arial"/>
              <a:sym typeface="Arial"/>
            </a:endParaRPr>
          </a:p>
          <a:p>
            <a:pPr indent="-287018" lvl="1" marL="756920" marR="0" rtl="0" algn="l">
              <a:lnSpc>
                <a:spcPct val="100000"/>
              </a:lnSpc>
              <a:spcBef>
                <a:spcPts val="29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Executes on the device</a:t>
            </a:r>
            <a:endParaRPr b="0" i="0" sz="2800" u="none" cap="none" strike="noStrike">
              <a:solidFill>
                <a:srgbClr val="000000"/>
              </a:solidFill>
              <a:latin typeface="Arial"/>
              <a:ea typeface="Arial"/>
              <a:cs typeface="Arial"/>
              <a:sym typeface="Arial"/>
            </a:endParaRPr>
          </a:p>
          <a:p>
            <a:pPr indent="-287018" lvl="1" marL="756920" marR="0" rtl="0" algn="l">
              <a:lnSpc>
                <a:spcPct val="100000"/>
              </a:lnSpc>
              <a:spcBef>
                <a:spcPts val="35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Called from the host</a:t>
            </a:r>
            <a:endParaRPr b="0" i="0" sz="2800" u="none" cap="none" strike="noStrike">
              <a:solidFill>
                <a:srgbClr val="000000"/>
              </a:solidFill>
              <a:latin typeface="Arial"/>
              <a:ea typeface="Arial"/>
              <a:cs typeface="Arial"/>
              <a:sym typeface="Arial"/>
            </a:endParaRPr>
          </a:p>
          <a:p>
            <a:pPr indent="0" lvl="1" marL="0" marR="0" rtl="0" algn="l">
              <a:lnSpc>
                <a:spcPct val="100000"/>
              </a:lnSpc>
              <a:spcBef>
                <a:spcPts val="181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343535" lvl="0" marL="355600" marR="5080" rtl="0" algn="l">
              <a:lnSpc>
                <a:spcPct val="108124"/>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Passing parameters from host code to a device function</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2"/>
          <p:cNvSpPr txBox="1"/>
          <p:nvPr/>
        </p:nvSpPr>
        <p:spPr>
          <a:xfrm>
            <a:off x="258267" y="237236"/>
            <a:ext cx="7509509" cy="4537710"/>
          </a:xfrm>
          <a:prstGeom prst="rect">
            <a:avLst/>
          </a:prstGeom>
          <a:noFill/>
          <a:ln>
            <a:noFill/>
          </a:ln>
        </p:spPr>
        <p:txBody>
          <a:bodyPr anchorCtr="0" anchor="t" bIns="0" lIns="0" spcFirstLastPara="1" rIns="0" wrap="square" tIns="13325">
            <a:spAutoFit/>
          </a:bodyPr>
          <a:lstStyle/>
          <a:p>
            <a:pPr indent="0" lvl="0" marL="0" marR="447675" rtl="0" algn="ctr">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Review (2 of 2)</a:t>
            </a:r>
            <a:endParaRPr b="0" i="0" sz="2800" u="none" cap="none" strike="noStrike">
              <a:solidFill>
                <a:srgbClr val="000000"/>
              </a:solidFill>
              <a:latin typeface="Cambria"/>
              <a:ea typeface="Cambria"/>
              <a:cs typeface="Cambria"/>
              <a:sym typeface="Cambria"/>
            </a:endParaRPr>
          </a:p>
          <a:p>
            <a:pPr indent="-342900" lvl="0" marL="355600" marR="0" rtl="0" algn="l">
              <a:lnSpc>
                <a:spcPct val="100000"/>
              </a:lnSpc>
              <a:spcBef>
                <a:spcPts val="3219"/>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Basic device memory management</a:t>
            </a:r>
            <a:endParaRPr b="0" i="0" sz="3200" u="none" cap="none" strike="noStrike">
              <a:solidFill>
                <a:srgbClr val="000000"/>
              </a:solidFill>
              <a:latin typeface="Arial"/>
              <a:ea typeface="Arial"/>
              <a:cs typeface="Arial"/>
              <a:sym typeface="Arial"/>
            </a:endParaRPr>
          </a:p>
          <a:p>
            <a:pPr indent="-287018" lvl="1" marL="756920" marR="0" rtl="0" algn="l">
              <a:lnSpc>
                <a:spcPct val="100000"/>
              </a:lnSpc>
              <a:spcBef>
                <a:spcPts val="330"/>
              </a:spcBef>
              <a:spcAft>
                <a:spcPts val="0"/>
              </a:spcAft>
              <a:buClr>
                <a:srgbClr val="000000"/>
              </a:buClr>
              <a:buSzPts val="1800"/>
              <a:buFont typeface="Courier New"/>
              <a:buChar char="–"/>
            </a:pPr>
            <a:r>
              <a:rPr b="1" i="0" lang="en-US" sz="1800" u="none" cap="none" strike="noStrike">
                <a:solidFill>
                  <a:srgbClr val="000000"/>
                </a:solidFill>
                <a:latin typeface="Courier New"/>
                <a:ea typeface="Courier New"/>
                <a:cs typeface="Courier New"/>
                <a:sym typeface="Courier New"/>
              </a:rPr>
              <a:t>cudaMalloc()</a:t>
            </a:r>
            <a:endParaRPr b="0" i="0" sz="1800" u="none" cap="none" strike="noStrike">
              <a:solidFill>
                <a:srgbClr val="000000"/>
              </a:solidFill>
              <a:latin typeface="Courier New"/>
              <a:ea typeface="Courier New"/>
              <a:cs typeface="Courier New"/>
              <a:sym typeface="Courier New"/>
            </a:endParaRPr>
          </a:p>
          <a:p>
            <a:pPr indent="-287018" lvl="1" marL="756920" marR="0" rtl="0" algn="l">
              <a:lnSpc>
                <a:spcPct val="100000"/>
              </a:lnSpc>
              <a:spcBef>
                <a:spcPts val="475"/>
              </a:spcBef>
              <a:spcAft>
                <a:spcPts val="0"/>
              </a:spcAft>
              <a:buClr>
                <a:srgbClr val="000000"/>
              </a:buClr>
              <a:buSzPts val="1800"/>
              <a:buFont typeface="Courier New"/>
              <a:buChar char="–"/>
            </a:pPr>
            <a:r>
              <a:rPr b="1" i="0" lang="en-US" sz="1800" u="none" cap="none" strike="noStrike">
                <a:solidFill>
                  <a:srgbClr val="000000"/>
                </a:solidFill>
                <a:latin typeface="Courier New"/>
                <a:ea typeface="Courier New"/>
                <a:cs typeface="Courier New"/>
                <a:sym typeface="Courier New"/>
              </a:rPr>
              <a:t>cudaMemcpy()</a:t>
            </a:r>
            <a:endParaRPr b="0" i="0" sz="1800" u="none" cap="none" strike="noStrike">
              <a:solidFill>
                <a:srgbClr val="000000"/>
              </a:solidFill>
              <a:latin typeface="Courier New"/>
              <a:ea typeface="Courier New"/>
              <a:cs typeface="Courier New"/>
              <a:sym typeface="Courier New"/>
            </a:endParaRPr>
          </a:p>
          <a:p>
            <a:pPr indent="-287655" lvl="1" marL="757555" marR="0" rtl="0" algn="l">
              <a:lnSpc>
                <a:spcPct val="100000"/>
              </a:lnSpc>
              <a:spcBef>
                <a:spcPts val="430"/>
              </a:spcBef>
              <a:spcAft>
                <a:spcPts val="0"/>
              </a:spcAft>
              <a:buClr>
                <a:srgbClr val="000000"/>
              </a:buClr>
              <a:buSzPts val="1800"/>
              <a:buFont typeface="Courier New"/>
              <a:buChar char="–"/>
            </a:pPr>
            <a:r>
              <a:rPr b="1" i="0" lang="en-US" sz="1800" u="none" cap="none" strike="noStrike">
                <a:solidFill>
                  <a:srgbClr val="000000"/>
                </a:solidFill>
                <a:latin typeface="Courier New"/>
                <a:ea typeface="Courier New"/>
                <a:cs typeface="Courier New"/>
                <a:sym typeface="Courier New"/>
              </a:rPr>
              <a:t>cudaFree()</a:t>
            </a:r>
            <a:endParaRPr b="0" i="0" sz="1800" u="none" cap="none" strike="noStrike">
              <a:solidFill>
                <a:srgbClr val="000000"/>
              </a:solidFill>
              <a:latin typeface="Courier New"/>
              <a:ea typeface="Courier New"/>
              <a:cs typeface="Courier New"/>
              <a:sym typeface="Courier New"/>
            </a:endParaRPr>
          </a:p>
          <a:p>
            <a:pPr indent="0" lvl="1"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ourier New"/>
              <a:ea typeface="Courier New"/>
              <a:cs typeface="Courier New"/>
              <a:sym typeface="Courier New"/>
            </a:endParaRPr>
          </a:p>
          <a:p>
            <a:pPr indent="0" lvl="1" marL="0" marR="0" rtl="0" algn="l">
              <a:lnSpc>
                <a:spcPct val="100000"/>
              </a:lnSpc>
              <a:spcBef>
                <a:spcPts val="1370"/>
              </a:spcBef>
              <a:spcAft>
                <a:spcPts val="0"/>
              </a:spcAft>
              <a:buClr>
                <a:srgbClr val="000000"/>
              </a:buClr>
              <a:buSzPts val="1800"/>
              <a:buFont typeface="Arial"/>
              <a:buNone/>
            </a:pPr>
            <a:r>
              <a:t/>
            </a:r>
            <a:endParaRPr b="0" i="0" sz="18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Launching parallel kernels</a:t>
            </a:r>
            <a:endParaRPr b="0" i="0" sz="3200" u="none" cap="none" strike="noStrike">
              <a:solidFill>
                <a:srgbClr val="000000"/>
              </a:solidFill>
              <a:latin typeface="Arial"/>
              <a:ea typeface="Arial"/>
              <a:cs typeface="Arial"/>
              <a:sym typeface="Arial"/>
            </a:endParaRPr>
          </a:p>
          <a:p>
            <a:pPr indent="-287018" lvl="1" marL="756920" marR="0"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Launch </a:t>
            </a:r>
            <a:r>
              <a:rPr b="1" i="0" lang="en-US" sz="1800" u="none" cap="none" strike="noStrike">
                <a:solidFill>
                  <a:srgbClr val="000000"/>
                </a:solidFill>
                <a:latin typeface="Courier New"/>
                <a:ea typeface="Courier New"/>
                <a:cs typeface="Courier New"/>
                <a:sym typeface="Courier New"/>
              </a:rPr>
              <a:t>N </a:t>
            </a:r>
            <a:r>
              <a:rPr b="0" i="0" lang="en-US" sz="2800" u="none" cap="none" strike="noStrike">
                <a:solidFill>
                  <a:srgbClr val="000000"/>
                </a:solidFill>
                <a:latin typeface="Arial"/>
                <a:ea typeface="Arial"/>
                <a:cs typeface="Arial"/>
                <a:sym typeface="Arial"/>
              </a:rPr>
              <a:t>copies of </a:t>
            </a:r>
            <a:r>
              <a:rPr b="1" i="0" lang="en-US" sz="1800" u="none" cap="none" strike="noStrike">
                <a:solidFill>
                  <a:srgbClr val="000000"/>
                </a:solidFill>
                <a:latin typeface="Courier New"/>
                <a:ea typeface="Courier New"/>
                <a:cs typeface="Courier New"/>
                <a:sym typeface="Courier New"/>
              </a:rPr>
              <a:t>add() </a:t>
            </a:r>
            <a:r>
              <a:rPr b="0" i="0" lang="en-US" sz="2800" u="none" cap="none" strike="noStrike">
                <a:solidFill>
                  <a:srgbClr val="000000"/>
                </a:solidFill>
                <a:latin typeface="Arial"/>
                <a:ea typeface="Arial"/>
                <a:cs typeface="Arial"/>
                <a:sym typeface="Arial"/>
              </a:rPr>
              <a:t>with </a:t>
            </a:r>
            <a:r>
              <a:rPr b="1" i="0" lang="en-US" sz="1800" u="none" cap="none" strike="noStrike">
                <a:solidFill>
                  <a:srgbClr val="000000"/>
                </a:solidFill>
                <a:latin typeface="Courier New"/>
                <a:ea typeface="Courier New"/>
                <a:cs typeface="Courier New"/>
                <a:sym typeface="Courier New"/>
              </a:rPr>
              <a:t>add</a:t>
            </a:r>
            <a:r>
              <a:rPr b="1" i="0" lang="en-US" sz="1800" u="none" cap="none" strike="noStrike">
                <a:solidFill>
                  <a:srgbClr val="2C2C89"/>
                </a:solidFill>
                <a:latin typeface="Courier New"/>
                <a:ea typeface="Courier New"/>
                <a:cs typeface="Courier New"/>
                <a:sym typeface="Courier New"/>
              </a:rPr>
              <a:t>&lt;&lt;&lt;</a:t>
            </a:r>
            <a:r>
              <a:rPr b="1" i="0" lang="en-US" sz="1800" u="none" cap="none" strike="noStrike">
                <a:solidFill>
                  <a:srgbClr val="000000"/>
                </a:solidFill>
                <a:latin typeface="Courier New"/>
                <a:ea typeface="Courier New"/>
                <a:cs typeface="Courier New"/>
                <a:sym typeface="Courier New"/>
              </a:rPr>
              <a:t>N,1</a:t>
            </a:r>
            <a:r>
              <a:rPr b="1" i="0" lang="en-US" sz="1800" u="none" cap="none" strike="noStrike">
                <a:solidFill>
                  <a:srgbClr val="2C2C89"/>
                </a:solidFill>
                <a:latin typeface="Courier New"/>
                <a:ea typeface="Courier New"/>
                <a:cs typeface="Courier New"/>
                <a:sym typeface="Courier New"/>
              </a:rPr>
              <a:t>&gt;&gt;&gt;</a:t>
            </a:r>
            <a:r>
              <a:rPr b="1" i="0" lang="en-US" sz="1800" u="none" cap="none" strike="noStrike">
                <a:solidFill>
                  <a:srgbClr val="000000"/>
                </a:solidFill>
                <a:latin typeface="Courier New"/>
                <a:ea typeface="Courier New"/>
                <a:cs typeface="Courier New"/>
                <a:sym typeface="Courier New"/>
              </a:rPr>
              <a:t>(…)</a:t>
            </a: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287018" lvl="1" marL="75692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Use </a:t>
            </a:r>
            <a:r>
              <a:rPr b="1" i="0" lang="en-US" sz="1800" u="none" cap="none" strike="noStrike">
                <a:solidFill>
                  <a:srgbClr val="2C2C89"/>
                </a:solidFill>
                <a:latin typeface="Courier New"/>
                <a:ea typeface="Courier New"/>
                <a:cs typeface="Courier New"/>
                <a:sym typeface="Courier New"/>
              </a:rPr>
              <a:t>blockIdx.x </a:t>
            </a:r>
            <a:r>
              <a:rPr b="0" i="0" lang="en-US" sz="2800" u="none" cap="none" strike="noStrike">
                <a:solidFill>
                  <a:srgbClr val="000000"/>
                </a:solidFill>
                <a:latin typeface="Arial"/>
                <a:ea typeface="Arial"/>
                <a:cs typeface="Arial"/>
                <a:sym typeface="Arial"/>
              </a:rPr>
              <a:t>to access block index</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2779902" y="381076"/>
            <a:ext cx="2476500"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a:t>CUDA Threads</a:t>
            </a:r>
            <a:endParaRPr/>
          </a:p>
        </p:txBody>
      </p:sp>
      <p:sp>
        <p:nvSpPr>
          <p:cNvPr id="148" name="Google Shape;148;p13"/>
          <p:cNvSpPr txBox="1"/>
          <p:nvPr/>
        </p:nvSpPr>
        <p:spPr>
          <a:xfrm>
            <a:off x="338124" y="1533525"/>
            <a:ext cx="7955280" cy="4610735"/>
          </a:xfrm>
          <a:prstGeom prst="rect">
            <a:avLst/>
          </a:prstGeom>
          <a:noFill/>
          <a:ln>
            <a:noFill/>
          </a:ln>
        </p:spPr>
        <p:txBody>
          <a:bodyPr anchorCtr="0" anchor="t" bIns="0" lIns="0" spcFirstLastPara="1" rIns="0" wrap="square" tIns="99050">
            <a:spAutoFit/>
          </a:bodyPr>
          <a:lstStyle/>
          <a:p>
            <a:pPr indent="-343535" lvl="0" marL="355600" marR="5080" rtl="0" algn="l">
              <a:lnSpc>
                <a:spcPct val="96000"/>
              </a:lnSpc>
              <a:spcBef>
                <a:spcPts val="0"/>
              </a:spcBef>
              <a:spcAft>
                <a:spcPts val="0"/>
              </a:spcAft>
              <a:buClr>
                <a:srgbClr val="000000"/>
              </a:buClr>
              <a:buSzPts val="2950"/>
              <a:buFont typeface="Arial"/>
              <a:buChar char="•"/>
            </a:pPr>
            <a:r>
              <a:rPr b="0" i="0" lang="en-US" sz="2950" u="none" cap="none" strike="noStrike">
                <a:solidFill>
                  <a:srgbClr val="000000"/>
                </a:solidFill>
                <a:latin typeface="Arial"/>
                <a:ea typeface="Arial"/>
                <a:cs typeface="Arial"/>
                <a:sym typeface="Arial"/>
              </a:rPr>
              <a:t>Terminology: a block can be split into parallel </a:t>
            </a:r>
            <a:r>
              <a:rPr b="0" i="0" lang="en-US" sz="3000" u="none" cap="none" strike="noStrike">
                <a:solidFill>
                  <a:srgbClr val="2C2C89"/>
                </a:solidFill>
                <a:latin typeface="Arial"/>
                <a:ea typeface="Arial"/>
                <a:cs typeface="Arial"/>
                <a:sym typeface="Arial"/>
              </a:rPr>
              <a:t>threads</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204"/>
              </a:spcBef>
              <a:spcAft>
                <a:spcPts val="0"/>
              </a:spcAft>
              <a:buClr>
                <a:srgbClr val="000000"/>
              </a:buClr>
              <a:buSzPts val="2950"/>
              <a:buFont typeface="Arial"/>
              <a:buNone/>
            </a:pPr>
            <a:r>
              <a:t/>
            </a:r>
            <a:endParaRPr b="0" i="0" sz="2950" u="none" cap="none" strike="noStrike">
              <a:solidFill>
                <a:srgbClr val="000000"/>
              </a:solidFill>
              <a:latin typeface="Arial"/>
              <a:ea typeface="Arial"/>
              <a:cs typeface="Arial"/>
              <a:sym typeface="Arial"/>
            </a:endParaRPr>
          </a:p>
          <a:p>
            <a:pPr indent="-342900" lvl="0" marL="355600" marR="0" rtl="0" algn="l">
              <a:lnSpc>
                <a:spcPct val="108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Let’s change </a:t>
            </a:r>
            <a:r>
              <a:rPr b="0" i="0" lang="en-US" sz="3000" u="none" cap="none" strike="noStrike">
                <a:solidFill>
                  <a:srgbClr val="000000"/>
                </a:solidFill>
                <a:latin typeface="Courier New"/>
                <a:ea typeface="Courier New"/>
                <a:cs typeface="Courier New"/>
                <a:sym typeface="Courier New"/>
              </a:rPr>
              <a:t>add() </a:t>
            </a:r>
            <a:r>
              <a:rPr b="0" i="0" lang="en-US" sz="3000" u="none" cap="none" strike="noStrike">
                <a:solidFill>
                  <a:srgbClr val="000000"/>
                </a:solidFill>
                <a:latin typeface="Arial"/>
                <a:ea typeface="Arial"/>
                <a:cs typeface="Arial"/>
                <a:sym typeface="Arial"/>
              </a:rPr>
              <a:t>to use parallel </a:t>
            </a:r>
            <a:r>
              <a:rPr b="0" i="1" lang="en-US" sz="3000" u="none" cap="none" strike="noStrike">
                <a:solidFill>
                  <a:srgbClr val="000000"/>
                </a:solidFill>
                <a:latin typeface="Arial"/>
                <a:ea typeface="Arial"/>
                <a:cs typeface="Arial"/>
                <a:sym typeface="Arial"/>
              </a:rPr>
              <a:t>threads</a:t>
            </a:r>
            <a:endParaRPr b="0" i="0" sz="3000" u="none" cap="none" strike="noStrike">
              <a:solidFill>
                <a:srgbClr val="000000"/>
              </a:solidFill>
              <a:latin typeface="Arial"/>
              <a:ea typeface="Arial"/>
              <a:cs typeface="Arial"/>
              <a:sym typeface="Arial"/>
            </a:endParaRPr>
          </a:p>
          <a:p>
            <a:pPr indent="0" lvl="0" marL="355600" marR="0" rtl="0" algn="l">
              <a:lnSpc>
                <a:spcPct val="108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instead of parallel </a:t>
            </a:r>
            <a:r>
              <a:rPr b="0" i="1" lang="en-US" sz="3000" u="none" cap="none" strike="noStrike">
                <a:solidFill>
                  <a:srgbClr val="000000"/>
                </a:solidFill>
                <a:latin typeface="Arial"/>
                <a:ea typeface="Arial"/>
                <a:cs typeface="Arial"/>
                <a:sym typeface="Arial"/>
              </a:rPr>
              <a:t>blocks</a:t>
            </a:r>
            <a:endParaRPr b="0" i="0" sz="3000" u="none" cap="none" strike="noStrike">
              <a:solidFill>
                <a:srgbClr val="000000"/>
              </a:solidFill>
              <a:latin typeface="Arial"/>
              <a:ea typeface="Arial"/>
              <a:cs typeface="Arial"/>
              <a:sym typeface="Arial"/>
            </a:endParaRPr>
          </a:p>
          <a:p>
            <a:pPr indent="0" lvl="0" marL="454659" marR="0" rtl="0" algn="l">
              <a:lnSpc>
                <a:spcPct val="100000"/>
              </a:lnSpc>
              <a:spcBef>
                <a:spcPts val="715"/>
              </a:spcBef>
              <a:spcAft>
                <a:spcPts val="0"/>
              </a:spcAft>
              <a:buClr>
                <a:srgbClr val="000000"/>
              </a:buClr>
              <a:buSzPts val="1800"/>
              <a:buFont typeface="Arial"/>
              <a:buNone/>
            </a:pPr>
            <a:r>
              <a:rPr b="1" i="0" lang="en-US" sz="1800" u="sng" cap="none" strike="noStrike">
                <a:solidFill>
                  <a:srgbClr val="89AC00"/>
                </a:solidFill>
                <a:latin typeface="Courier New"/>
                <a:ea typeface="Courier New"/>
                <a:cs typeface="Courier New"/>
                <a:sym typeface="Courier New"/>
              </a:rPr>
              <a:t>  </a:t>
            </a:r>
            <a:r>
              <a:rPr b="1" i="0" lang="en-US" sz="1800" u="none" cap="none" strike="noStrike">
                <a:solidFill>
                  <a:srgbClr val="89AC00"/>
                </a:solidFill>
                <a:latin typeface="Courier New"/>
                <a:ea typeface="Courier New"/>
                <a:cs typeface="Courier New"/>
                <a:sym typeface="Courier New"/>
              </a:rPr>
              <a:t>global</a:t>
            </a:r>
            <a:r>
              <a:rPr b="1" i="0" lang="en-US" sz="1800" u="sng" cap="none" strike="noStrike">
                <a:solidFill>
                  <a:srgbClr val="89AC00"/>
                </a:solidFill>
                <a:latin typeface="Courier New"/>
                <a:ea typeface="Courier New"/>
                <a:cs typeface="Courier New"/>
                <a:sym typeface="Courier New"/>
              </a:rPr>
              <a:t>	</a:t>
            </a:r>
            <a:r>
              <a:rPr b="1" i="0" lang="en-US" sz="1800" u="none" cap="none" strike="noStrike">
                <a:solidFill>
                  <a:srgbClr val="89AC00"/>
                </a:solidFill>
                <a:latin typeface="Courier New"/>
                <a:ea typeface="Courier New"/>
                <a:cs typeface="Courier New"/>
                <a:sym typeface="Courier New"/>
              </a:rPr>
              <a:t>void </a:t>
            </a:r>
            <a:r>
              <a:rPr b="1" i="0" lang="en-US" sz="1800" u="none" cap="none" strike="noStrike">
                <a:solidFill>
                  <a:srgbClr val="000000"/>
                </a:solidFill>
                <a:latin typeface="Courier New"/>
                <a:ea typeface="Courier New"/>
                <a:cs typeface="Courier New"/>
                <a:sym typeface="Courier New"/>
              </a:rPr>
              <a:t>add(</a:t>
            </a:r>
            <a:r>
              <a:rPr b="1" i="0" lang="en-US" sz="1800" u="none" cap="none" strike="noStrike">
                <a:solidFill>
                  <a:srgbClr val="89AC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*a, </a:t>
            </a:r>
            <a:r>
              <a:rPr b="1" i="0" lang="en-US" sz="1800" u="none" cap="none" strike="noStrike">
                <a:solidFill>
                  <a:srgbClr val="89AC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*b, </a:t>
            </a:r>
            <a:r>
              <a:rPr b="1" i="0" lang="en-US" sz="1800" u="none" cap="none" strike="noStrike">
                <a:solidFill>
                  <a:srgbClr val="89AC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*c) {</a:t>
            </a:r>
            <a:endParaRPr b="0" i="0" sz="1800" u="none" cap="none" strike="noStrike">
              <a:solidFill>
                <a:srgbClr val="000000"/>
              </a:solidFill>
              <a:latin typeface="Courier New"/>
              <a:ea typeface="Courier New"/>
              <a:cs typeface="Courier New"/>
              <a:sym typeface="Courier New"/>
            </a:endParaRPr>
          </a:p>
          <a:p>
            <a:pPr indent="0" lvl="0" marL="1003935" marR="0" rtl="0" algn="l">
              <a:lnSpc>
                <a:spcPct val="100000"/>
              </a:lnSpc>
              <a:spcBef>
                <a:spcPts val="43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c[</a:t>
            </a:r>
            <a:r>
              <a:rPr b="1" i="0" lang="en-US" sz="1800" u="none" cap="none" strike="noStrike">
                <a:solidFill>
                  <a:srgbClr val="FF9933"/>
                </a:solidFill>
                <a:latin typeface="Courier New"/>
                <a:ea typeface="Courier New"/>
                <a:cs typeface="Courier New"/>
                <a:sym typeface="Courier New"/>
              </a:rPr>
              <a:t>threadIdx.x</a:t>
            </a:r>
            <a:r>
              <a:rPr b="1" i="0" lang="en-US" sz="1800" u="none" cap="none" strike="noStrike">
                <a:solidFill>
                  <a:srgbClr val="000000"/>
                </a:solidFill>
                <a:latin typeface="Courier New"/>
                <a:ea typeface="Courier New"/>
                <a:cs typeface="Courier New"/>
                <a:sym typeface="Courier New"/>
              </a:rPr>
              <a:t>] = a[</a:t>
            </a:r>
            <a:r>
              <a:rPr b="1" i="0" lang="en-US" sz="1800" u="none" cap="none" strike="noStrike">
                <a:solidFill>
                  <a:srgbClr val="FF9933"/>
                </a:solidFill>
                <a:latin typeface="Courier New"/>
                <a:ea typeface="Courier New"/>
                <a:cs typeface="Courier New"/>
                <a:sym typeface="Courier New"/>
              </a:rPr>
              <a:t>threadIdx.x</a:t>
            </a:r>
            <a:r>
              <a:rPr b="1" i="0" lang="en-US" sz="1800" u="none" cap="none" strike="noStrike">
                <a:solidFill>
                  <a:srgbClr val="000000"/>
                </a:solidFill>
                <a:latin typeface="Courier New"/>
                <a:ea typeface="Courier New"/>
                <a:cs typeface="Courier New"/>
                <a:sym typeface="Courier New"/>
              </a:rPr>
              <a:t>] + b[</a:t>
            </a:r>
            <a:r>
              <a:rPr b="1" i="0" lang="en-US" sz="1800" u="none" cap="none" strike="noStrike">
                <a:solidFill>
                  <a:srgbClr val="FF9933"/>
                </a:solidFill>
                <a:latin typeface="Courier New"/>
                <a:ea typeface="Courier New"/>
                <a:cs typeface="Courier New"/>
                <a:sym typeface="Courier New"/>
              </a:rPr>
              <a:t>threadIdx.x</a:t>
            </a:r>
            <a:r>
              <a:rPr b="1"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0" lvl="0" marL="454659" marR="0" rtl="0" algn="l">
              <a:lnSpc>
                <a:spcPct val="100000"/>
              </a:lnSpc>
              <a:spcBef>
                <a:spcPts val="434"/>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72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We use </a:t>
            </a:r>
            <a:r>
              <a:rPr b="1" i="0" lang="en-US" sz="1900" u="none" cap="none" strike="noStrike">
                <a:solidFill>
                  <a:srgbClr val="2C2C89"/>
                </a:solidFill>
                <a:latin typeface="Courier New"/>
                <a:ea typeface="Courier New"/>
                <a:cs typeface="Courier New"/>
                <a:sym typeface="Courier New"/>
              </a:rPr>
              <a:t>threadIdx.x </a:t>
            </a:r>
            <a:r>
              <a:rPr b="0" i="0" lang="en-US" sz="3000" u="none" cap="none" strike="noStrike">
                <a:solidFill>
                  <a:srgbClr val="000000"/>
                </a:solidFill>
                <a:latin typeface="Arial"/>
                <a:ea typeface="Arial"/>
                <a:cs typeface="Arial"/>
                <a:sym typeface="Arial"/>
              </a:rPr>
              <a:t>instead of </a:t>
            </a:r>
            <a:r>
              <a:rPr b="1" i="0" lang="en-US" sz="1900" u="none" cap="none" strike="noStrike">
                <a:solidFill>
                  <a:srgbClr val="2C2C89"/>
                </a:solidFill>
                <a:latin typeface="Courier New"/>
                <a:ea typeface="Courier New"/>
                <a:cs typeface="Courier New"/>
                <a:sym typeface="Courier New"/>
              </a:rPr>
              <a:t>blockIdx.x</a:t>
            </a:r>
            <a:endParaRPr b="0" i="0" sz="19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1450"/>
              </a:spcBef>
              <a:spcAft>
                <a:spcPts val="0"/>
              </a:spcAft>
              <a:buClr>
                <a:srgbClr val="000000"/>
              </a:buClr>
              <a:buSzPts val="1900"/>
              <a:buFont typeface="Arial"/>
              <a:buNone/>
            </a:pPr>
            <a:r>
              <a:t/>
            </a:r>
            <a:endParaRPr b="0" i="0" sz="19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Need to make one change in </a:t>
            </a:r>
            <a:r>
              <a:rPr b="1" i="0" lang="en-US" sz="1900" u="none" cap="none" strike="noStrike">
                <a:solidFill>
                  <a:srgbClr val="000000"/>
                </a:solidFill>
                <a:latin typeface="Courier New"/>
                <a:ea typeface="Courier New"/>
                <a:cs typeface="Courier New"/>
                <a:sym typeface="Courier New"/>
              </a:rPr>
              <a:t>main()</a:t>
            </a:r>
            <a:r>
              <a:rPr b="0" i="0" lang="en-US" sz="3000" u="none" cap="none" strike="noStrike">
                <a:solidFill>
                  <a:srgbClr val="000000"/>
                </a:solidFill>
                <a:latin typeface="Arial"/>
                <a:ea typeface="Arial"/>
                <a:cs typeface="Arial"/>
                <a:sym typeface="Arial"/>
              </a:rPr>
              <a:t>…</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2131567" y="35179"/>
            <a:ext cx="6325870"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Vector Addition Using Threads: main()</a:t>
            </a:r>
            <a:endParaRPr/>
          </a:p>
        </p:txBody>
      </p:sp>
      <p:sp>
        <p:nvSpPr>
          <p:cNvPr id="154" name="Google Shape;154;p14"/>
          <p:cNvSpPr txBox="1"/>
          <p:nvPr/>
        </p:nvSpPr>
        <p:spPr>
          <a:xfrm>
            <a:off x="568248" y="1519403"/>
            <a:ext cx="2345055" cy="903605"/>
          </a:xfrm>
          <a:prstGeom prst="rect">
            <a:avLst/>
          </a:prstGeom>
          <a:noFill/>
          <a:ln>
            <a:noFill/>
          </a:ln>
        </p:spPr>
        <p:txBody>
          <a:bodyPr anchorCtr="0" anchor="t" bIns="0" lIns="0" spcFirstLastPara="1" rIns="0" wrap="square" tIns="67925">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#define N 512</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45"/>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main(void)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*a, *b, *c;</a:t>
            </a:r>
            <a:endParaRPr b="0" i="0" sz="1550" u="none" cap="none" strike="noStrike">
              <a:solidFill>
                <a:srgbClr val="000000"/>
              </a:solidFill>
              <a:latin typeface="Courier New"/>
              <a:ea typeface="Courier New"/>
              <a:cs typeface="Courier New"/>
              <a:sym typeface="Courier New"/>
            </a:endParaRPr>
          </a:p>
        </p:txBody>
      </p:sp>
      <p:sp>
        <p:nvSpPr>
          <p:cNvPr id="155" name="Google Shape;155;p14"/>
          <p:cNvSpPr txBox="1"/>
          <p:nvPr/>
        </p:nvSpPr>
        <p:spPr>
          <a:xfrm>
            <a:off x="4653153" y="2155952"/>
            <a:ext cx="3075305" cy="26733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host copies of a, b, c</a:t>
            </a:r>
            <a:endParaRPr b="0" i="0" sz="1550" u="none" cap="none" strike="noStrike">
              <a:solidFill>
                <a:srgbClr val="000000"/>
              </a:solidFill>
              <a:latin typeface="Courier New"/>
              <a:ea typeface="Courier New"/>
              <a:cs typeface="Courier New"/>
              <a:sym typeface="Courier New"/>
            </a:endParaRPr>
          </a:p>
        </p:txBody>
      </p:sp>
      <p:graphicFrame>
        <p:nvGraphicFramePr>
          <p:cNvPr id="156" name="Google Shape;156;p14"/>
          <p:cNvGraphicFramePr/>
          <p:nvPr/>
        </p:nvGraphicFramePr>
        <p:xfrm>
          <a:off x="1038707" y="2495205"/>
          <a:ext cx="3000000" cy="3000000"/>
        </p:xfrm>
        <a:graphic>
          <a:graphicData uri="http://schemas.openxmlformats.org/drawingml/2006/table">
            <a:tbl>
              <a:tblPr bandRow="1" firstRow="1">
                <a:noFill/>
                <a:tableStyleId>{4E501826-8B68-497C-9E6C-C25F770EEAD1}</a:tableStyleId>
              </a:tblPr>
              <a:tblGrid>
                <a:gridCol w="457825"/>
                <a:gridCol w="3022600"/>
                <a:gridCol w="1305550"/>
                <a:gridCol w="854075"/>
                <a:gridCol w="365125"/>
                <a:gridCol w="367025"/>
                <a:gridCol w="365125"/>
                <a:gridCol w="215275"/>
              </a:tblGrid>
              <a:tr h="259725">
                <a:tc>
                  <a:txBody>
                    <a:bodyPr/>
                    <a:lstStyle/>
                    <a:p>
                      <a:pPr indent="0" lvl="0" marL="0" marR="23495" rtl="0" algn="ctr">
                        <a:lnSpc>
                          <a:spcPct val="105161"/>
                        </a:lnSpc>
                        <a:spcBef>
                          <a:spcPts val="0"/>
                        </a:spcBef>
                        <a:spcAft>
                          <a:spcPts val="0"/>
                        </a:spcAft>
                        <a:buClr>
                          <a:srgbClr val="000000"/>
                        </a:buClr>
                        <a:buSzPts val="1550"/>
                        <a:buFont typeface="Arial"/>
                        <a:buNone/>
                      </a:pPr>
                      <a:r>
                        <a:rPr b="1" lang="en-US" sz="1550" u="none" cap="none" strike="noStrike">
                          <a:solidFill>
                            <a:srgbClr val="89AC00"/>
                          </a:solidFill>
                          <a:latin typeface="Courier New"/>
                          <a:ea typeface="Courier New"/>
                          <a:cs typeface="Courier New"/>
                          <a:sym typeface="Courier New"/>
                        </a:rPr>
                        <a:t>int</a:t>
                      </a:r>
                      <a:endParaRPr sz="1550" u="none" cap="none" strike="noStrike">
                        <a:latin typeface="Courier New"/>
                        <a:ea typeface="Courier New"/>
                        <a:cs typeface="Courier New"/>
                        <a:sym typeface="Courier New"/>
                      </a:endParaRPr>
                    </a:p>
                  </a:txBody>
                  <a:tcPr marT="0" marB="0" marR="0" marL="0"/>
                </a:tc>
                <a:tc>
                  <a:txBody>
                    <a:bodyPr/>
                    <a:lstStyle/>
                    <a:p>
                      <a:pPr indent="0" lvl="0" marL="62864" marR="0" rtl="0" algn="l">
                        <a:lnSpc>
                          <a:spcPct val="105161"/>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*d_a, *d_b, *d_c;</a:t>
                      </a:r>
                      <a:endParaRPr sz="1550" u="none" cap="none" strike="noStrike">
                        <a:latin typeface="Courier New"/>
                        <a:ea typeface="Courier New"/>
                        <a:cs typeface="Courier New"/>
                        <a:sym typeface="Courier New"/>
                      </a:endParaRPr>
                    </a:p>
                  </a:txBody>
                  <a:tcPr marT="0" marB="0" marR="0" marL="0"/>
                </a:tc>
                <a:tc>
                  <a:txBody>
                    <a:bodyPr/>
                    <a:lstStyle/>
                    <a:p>
                      <a:pPr indent="0" lvl="0" marL="146050"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device</a:t>
                      </a:r>
                      <a:endParaRPr sz="1550" u="none" cap="none" strike="noStrike">
                        <a:latin typeface="Courier New"/>
                        <a:ea typeface="Courier New"/>
                        <a:cs typeface="Courier New"/>
                        <a:sym typeface="Courier New"/>
                      </a:endParaRPr>
                    </a:p>
                  </a:txBody>
                  <a:tcPr marT="0" marB="0" marR="0" marL="0"/>
                </a:tc>
                <a:tc>
                  <a:txBody>
                    <a:bodyPr/>
                    <a:lstStyle/>
                    <a:p>
                      <a:pPr indent="0" lvl="0" marL="60325"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copies</a:t>
                      </a:r>
                      <a:endParaRPr sz="1550" u="none" cap="none" strike="noStrike">
                        <a:latin typeface="Courier New"/>
                        <a:ea typeface="Courier New"/>
                        <a:cs typeface="Courier New"/>
                        <a:sym typeface="Courier New"/>
                      </a:endParaRPr>
                    </a:p>
                  </a:txBody>
                  <a:tcPr marT="0" marB="0" marR="0" marL="0"/>
                </a:tc>
                <a:tc>
                  <a:txBody>
                    <a:bodyPr/>
                    <a:lstStyle/>
                    <a:p>
                      <a:pPr indent="0" lvl="0" marL="60325"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of</a:t>
                      </a:r>
                      <a:endParaRPr sz="1550" u="none" cap="none" strike="noStrike">
                        <a:latin typeface="Courier New"/>
                        <a:ea typeface="Courier New"/>
                        <a:cs typeface="Courier New"/>
                        <a:sym typeface="Courier New"/>
                      </a:endParaRPr>
                    </a:p>
                  </a:txBody>
                  <a:tcPr marT="0" marB="0" marR="0" marL="0"/>
                </a:tc>
                <a:tc>
                  <a:txBody>
                    <a:bodyPr/>
                    <a:lstStyle/>
                    <a:p>
                      <a:pPr indent="0" lvl="0" marL="60325"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a,</a:t>
                      </a:r>
                      <a:endParaRPr sz="1550" u="none" cap="none" strike="noStrike">
                        <a:latin typeface="Courier New"/>
                        <a:ea typeface="Courier New"/>
                        <a:cs typeface="Courier New"/>
                        <a:sym typeface="Courier New"/>
                      </a:endParaRPr>
                    </a:p>
                  </a:txBody>
                  <a:tcPr marT="0" marB="0" marR="0" marL="0"/>
                </a:tc>
                <a:tc>
                  <a:txBody>
                    <a:bodyPr/>
                    <a:lstStyle/>
                    <a:p>
                      <a:pPr indent="0" lvl="0" marL="62864"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b,</a:t>
                      </a:r>
                      <a:endParaRPr sz="1550" u="none" cap="none" strike="noStrike">
                        <a:latin typeface="Courier New"/>
                        <a:ea typeface="Courier New"/>
                        <a:cs typeface="Courier New"/>
                        <a:sym typeface="Courier New"/>
                      </a:endParaRPr>
                    </a:p>
                  </a:txBody>
                  <a:tcPr marT="0" marB="0" marR="0" marL="0"/>
                </a:tc>
                <a:tc>
                  <a:txBody>
                    <a:bodyPr/>
                    <a:lstStyle/>
                    <a:p>
                      <a:pPr indent="0" lvl="0" marL="62864"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c</a:t>
                      </a:r>
                      <a:endParaRPr sz="1550" u="none" cap="none" strike="noStrike">
                        <a:latin typeface="Courier New"/>
                        <a:ea typeface="Courier New"/>
                        <a:cs typeface="Courier New"/>
                        <a:sym typeface="Courier New"/>
                      </a:endParaRPr>
                    </a:p>
                  </a:txBody>
                  <a:tcPr marT="0" marB="0" marR="0" marL="0"/>
                </a:tc>
              </a:tr>
              <a:tr h="260350">
                <a:tc>
                  <a:txBody>
                    <a:bodyPr/>
                    <a:lstStyle/>
                    <a:p>
                      <a:pPr indent="0" lvl="0" marL="0" marR="23495" rtl="0" algn="ctr">
                        <a:lnSpc>
                          <a:spcPct val="100000"/>
                        </a:lnSpc>
                        <a:spcBef>
                          <a:spcPts val="0"/>
                        </a:spcBef>
                        <a:spcAft>
                          <a:spcPts val="0"/>
                        </a:spcAft>
                        <a:buClr>
                          <a:srgbClr val="000000"/>
                        </a:buClr>
                        <a:buSzPts val="1550"/>
                        <a:buFont typeface="Arial"/>
                        <a:buNone/>
                      </a:pPr>
                      <a:r>
                        <a:rPr b="1" lang="en-US" sz="1550" u="none" cap="none" strike="noStrike">
                          <a:solidFill>
                            <a:srgbClr val="89AC00"/>
                          </a:solidFill>
                          <a:latin typeface="Courier New"/>
                          <a:ea typeface="Courier New"/>
                          <a:cs typeface="Courier New"/>
                          <a:sym typeface="Courier New"/>
                        </a:rPr>
                        <a:t>int</a:t>
                      </a:r>
                      <a:endParaRPr sz="1550" u="none" cap="none" strike="noStrike">
                        <a:latin typeface="Courier New"/>
                        <a:ea typeface="Courier New"/>
                        <a:cs typeface="Courier New"/>
                        <a:sym typeface="Courier New"/>
                      </a:endParaRPr>
                    </a:p>
                  </a:txBody>
                  <a:tcPr marT="3175" marB="0" marR="0" marL="0"/>
                </a:tc>
                <a:tc>
                  <a:txBody>
                    <a:bodyPr/>
                    <a:lstStyle/>
                    <a:p>
                      <a:pPr indent="0" lvl="0" marL="62864"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size = N * </a:t>
                      </a:r>
                      <a:r>
                        <a:rPr b="1" lang="en-US" sz="1550" u="none" cap="none" strike="noStrike">
                          <a:solidFill>
                            <a:srgbClr val="89AC00"/>
                          </a:solidFill>
                          <a:latin typeface="Courier New"/>
                          <a:ea typeface="Courier New"/>
                          <a:cs typeface="Courier New"/>
                          <a:sym typeface="Courier New"/>
                        </a:rPr>
                        <a:t>sizeof</a:t>
                      </a:r>
                      <a:r>
                        <a:rPr b="1" lang="en-US" sz="1550" u="none" cap="none" strike="noStrike">
                          <a:latin typeface="Courier New"/>
                          <a:ea typeface="Courier New"/>
                          <a:cs typeface="Courier New"/>
                          <a:sym typeface="Courier New"/>
                        </a:rPr>
                        <a:t>(</a:t>
                      </a:r>
                      <a:r>
                        <a:rPr b="1" lang="en-US" sz="1550" u="none" cap="none" strike="noStrike">
                          <a:solidFill>
                            <a:srgbClr val="89AC00"/>
                          </a:solidFill>
                          <a:latin typeface="Courier New"/>
                          <a:ea typeface="Courier New"/>
                          <a:cs typeface="Courier New"/>
                          <a:sym typeface="Courier New"/>
                        </a:rPr>
                        <a:t>int</a:t>
                      </a:r>
                      <a:r>
                        <a:rPr b="1" lang="en-US" sz="1550" u="none" cap="none" strike="noStrike">
                          <a:latin typeface="Courier New"/>
                          <a:ea typeface="Courier New"/>
                          <a:cs typeface="Courier New"/>
                          <a:sym typeface="Courier New"/>
                        </a:rPr>
                        <a:t>);</a:t>
                      </a:r>
                      <a:endParaRPr sz="1550" u="none" cap="none" strike="noStrike">
                        <a:latin typeface="Courier New"/>
                        <a:ea typeface="Courier New"/>
                        <a:cs typeface="Courier New"/>
                        <a:sym typeface="Courier New"/>
                      </a:endParaRPr>
                    </a:p>
                  </a:txBody>
                  <a:tcPr marT="3175"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r>
            </a:tbl>
          </a:graphicData>
        </a:graphic>
      </p:graphicFrame>
      <p:sp>
        <p:nvSpPr>
          <p:cNvPr id="157" name="Google Shape;157;p14"/>
          <p:cNvSpPr txBox="1"/>
          <p:nvPr/>
        </p:nvSpPr>
        <p:spPr>
          <a:xfrm>
            <a:off x="1057757" y="3276067"/>
            <a:ext cx="5278120" cy="1196975"/>
          </a:xfrm>
          <a:prstGeom prst="rect">
            <a:avLst/>
          </a:prstGeom>
          <a:noFill/>
          <a:ln>
            <a:noFill/>
          </a:ln>
        </p:spPr>
        <p:txBody>
          <a:bodyPr anchorCtr="0" anchor="t" bIns="0" lIns="0" spcFirstLastPara="1" rIns="0" wrap="square" tIns="11425">
            <a:spAutoFit/>
          </a:bodyPr>
          <a:lstStyle/>
          <a:p>
            <a:pPr indent="0" lvl="0" marL="12700" marR="5080" rtl="0" algn="l">
              <a:lnSpc>
                <a:spcPct val="124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a:t>
            </a:r>
            <a:r>
              <a:rPr b="1" i="0" lang="en-US" sz="1550" u="none" cap="none" strike="noStrike">
                <a:solidFill>
                  <a:srgbClr val="BADFE2"/>
                </a:solidFill>
                <a:latin typeface="Courier New"/>
                <a:ea typeface="Courier New"/>
                <a:cs typeface="Courier New"/>
                <a:sym typeface="Courier New"/>
              </a:rPr>
              <a:t>Alloc space for device copies of a, b, c </a:t>
            </a:r>
            <a:r>
              <a:rPr b="1" i="0" lang="en-US" sz="1550" u="none" cap="none" strike="noStrike">
                <a:solidFill>
                  <a:srgbClr val="000000"/>
                </a:solidFill>
                <a:latin typeface="Courier New"/>
                <a:ea typeface="Courier New"/>
                <a:cs typeface="Courier New"/>
                <a:sym typeface="Courier New"/>
              </a:rPr>
              <a:t>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**)&amp;d_a, size); 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**)&amp;d_b, size); 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**)&amp;d_c, size);</a:t>
            </a:r>
            <a:endParaRPr b="0" i="0" sz="1550" u="none" cap="none" strike="noStrike">
              <a:solidFill>
                <a:srgbClr val="000000"/>
              </a:solidFill>
              <a:latin typeface="Courier New"/>
              <a:ea typeface="Courier New"/>
              <a:cs typeface="Courier New"/>
              <a:sym typeface="Courier New"/>
            </a:endParaRPr>
          </a:p>
        </p:txBody>
      </p:sp>
      <p:graphicFrame>
        <p:nvGraphicFramePr>
          <p:cNvPr id="158" name="Google Shape;158;p14"/>
          <p:cNvGraphicFramePr/>
          <p:nvPr/>
        </p:nvGraphicFramePr>
        <p:xfrm>
          <a:off x="1038707" y="4837593"/>
          <a:ext cx="3000000" cy="3000000"/>
        </p:xfrm>
        <a:graphic>
          <a:graphicData uri="http://schemas.openxmlformats.org/drawingml/2006/table">
            <a:tbl>
              <a:tblPr bandRow="1" firstRow="1">
                <a:noFill/>
                <a:tableStyleId>{4E501826-8B68-497C-9E6C-C25F770EEAD1}</a:tableStyleId>
              </a:tblPr>
              <a:tblGrid>
                <a:gridCol w="1069975"/>
                <a:gridCol w="3788400"/>
                <a:gridCol w="3020700"/>
              </a:tblGrid>
              <a:tr h="260350">
                <a:tc>
                  <a:txBody>
                    <a:bodyPr/>
                    <a:lstStyle/>
                    <a:p>
                      <a:pPr indent="0" lvl="0" marL="0" marR="23495" rtl="0" algn="ctr">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Alloc</a:t>
                      </a:r>
                      <a:endParaRPr sz="1550" u="none" cap="none" strike="noStrike">
                        <a:latin typeface="Courier New"/>
                        <a:ea typeface="Courier New"/>
                        <a:cs typeface="Courier New"/>
                        <a:sym typeface="Courier New"/>
                      </a:endParaRPr>
                    </a:p>
                  </a:txBody>
                  <a:tcPr marT="0" marB="0" marR="0" marL="0"/>
                </a:tc>
                <a:tc>
                  <a:txBody>
                    <a:bodyPr/>
                    <a:lstStyle/>
                    <a:p>
                      <a:pPr indent="0" lvl="0" marL="59055"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space for host copies of a, b,</a:t>
                      </a:r>
                      <a:endParaRPr sz="1550" u="none" cap="none" strike="noStrike">
                        <a:latin typeface="Courier New"/>
                        <a:ea typeface="Courier New"/>
                        <a:cs typeface="Courier New"/>
                        <a:sym typeface="Courier New"/>
                      </a:endParaRPr>
                    </a:p>
                  </a:txBody>
                  <a:tcPr marT="0" marB="0" marR="0" marL="0"/>
                </a:tc>
                <a:tc>
                  <a:txBody>
                    <a:bodyPr/>
                    <a:lstStyle/>
                    <a:p>
                      <a:pPr indent="0" lvl="0" marL="58419"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c and setup input values</a:t>
                      </a:r>
                      <a:endParaRPr sz="1550" u="none" cap="none" strike="noStrike">
                        <a:latin typeface="Courier New"/>
                        <a:ea typeface="Courier New"/>
                        <a:cs typeface="Courier New"/>
                        <a:sym typeface="Courier New"/>
                      </a:endParaRPr>
                    </a:p>
                  </a:txBody>
                  <a:tcPr marT="0" marB="0" marR="0" marL="0"/>
                </a:tc>
              </a:tr>
              <a:tr h="292725">
                <a:tc>
                  <a:txBody>
                    <a:bodyPr/>
                    <a:lstStyle/>
                    <a:p>
                      <a:pPr indent="0" lvl="0" marL="0" marR="19685"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a = (int</a:t>
                      </a:r>
                      <a:endParaRPr sz="1550" u="none" cap="none" strike="noStrike">
                        <a:latin typeface="Courier New"/>
                        <a:ea typeface="Courier New"/>
                        <a:cs typeface="Courier New"/>
                        <a:sym typeface="Courier New"/>
                      </a:endParaRPr>
                    </a:p>
                  </a:txBody>
                  <a:tcPr marT="3175"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*)malloc(size); random_ints(a,</a:t>
                      </a:r>
                      <a:endParaRPr sz="1550" u="none" cap="none" strike="noStrike">
                        <a:latin typeface="Courier New"/>
                        <a:ea typeface="Courier New"/>
                        <a:cs typeface="Courier New"/>
                        <a:sym typeface="Courier New"/>
                      </a:endParaRPr>
                    </a:p>
                  </a:txBody>
                  <a:tcPr marT="3175" marB="0" marR="0" marL="0"/>
                </a:tc>
                <a:tc>
                  <a:txBody>
                    <a:bodyPr/>
                    <a:lstStyle/>
                    <a:p>
                      <a:pPr indent="0" lvl="0" marL="62230"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N);</a:t>
                      </a:r>
                      <a:endParaRPr sz="1550" u="none" cap="none" strike="noStrike">
                        <a:latin typeface="Courier New"/>
                        <a:ea typeface="Courier New"/>
                        <a:cs typeface="Courier New"/>
                        <a:sym typeface="Courier New"/>
                      </a:endParaRPr>
                    </a:p>
                  </a:txBody>
                  <a:tcPr marT="3175" marB="0" marR="0" marL="0"/>
                </a:tc>
              </a:tr>
              <a:tr h="292725">
                <a:tc>
                  <a:txBody>
                    <a:bodyPr/>
                    <a:lstStyle/>
                    <a:p>
                      <a:pPr indent="0" lvl="0" marL="0" marR="19685"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b = (int</a:t>
                      </a:r>
                      <a:endParaRPr sz="1550" u="none" cap="none" strike="noStrike">
                        <a:latin typeface="Courier New"/>
                        <a:ea typeface="Courier New"/>
                        <a:cs typeface="Courier New"/>
                        <a:sym typeface="Courier New"/>
                      </a:endParaRPr>
                    </a:p>
                  </a:txBody>
                  <a:tcPr marT="3175"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*)malloc(size); random_ints(b,</a:t>
                      </a:r>
                      <a:endParaRPr sz="1550" u="none" cap="none" strike="noStrike">
                        <a:latin typeface="Courier New"/>
                        <a:ea typeface="Courier New"/>
                        <a:cs typeface="Courier New"/>
                        <a:sym typeface="Courier New"/>
                      </a:endParaRPr>
                    </a:p>
                  </a:txBody>
                  <a:tcPr marT="3175" marB="0" marR="0" marL="0"/>
                </a:tc>
                <a:tc>
                  <a:txBody>
                    <a:bodyPr/>
                    <a:lstStyle/>
                    <a:p>
                      <a:pPr indent="0" lvl="0" marL="62230"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N);</a:t>
                      </a:r>
                      <a:endParaRPr sz="1550" u="none" cap="none" strike="noStrike">
                        <a:latin typeface="Courier New"/>
                        <a:ea typeface="Courier New"/>
                        <a:cs typeface="Courier New"/>
                        <a:sym typeface="Courier New"/>
                      </a:endParaRPr>
                    </a:p>
                  </a:txBody>
                  <a:tcPr marT="3175" marB="0" marR="0" marL="0"/>
                </a:tc>
              </a:tr>
              <a:tr h="259725">
                <a:tc>
                  <a:txBody>
                    <a:bodyPr/>
                    <a:lstStyle/>
                    <a:p>
                      <a:pPr indent="0" lvl="0" marL="0" marR="19685"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c = (int</a:t>
                      </a:r>
                      <a:endParaRPr sz="1550" u="none" cap="none" strike="noStrike">
                        <a:latin typeface="Courier New"/>
                        <a:ea typeface="Courier New"/>
                        <a:cs typeface="Courier New"/>
                        <a:sym typeface="Courier New"/>
                      </a:endParaRPr>
                    </a:p>
                  </a:txBody>
                  <a:tcPr marT="2550"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*)malloc(size);</a:t>
                      </a:r>
                      <a:endParaRPr sz="1550" u="none" cap="none" strike="noStrike">
                        <a:latin typeface="Courier New"/>
                        <a:ea typeface="Courier New"/>
                        <a:cs typeface="Courier New"/>
                        <a:sym typeface="Courier New"/>
                      </a:endParaRPr>
                    </a:p>
                  </a:txBody>
                  <a:tcPr marT="2550"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1627123" y="21793"/>
            <a:ext cx="6334760"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a:t>Vector Addition Using Threads: main()</a:t>
            </a:r>
            <a:endParaRPr/>
          </a:p>
        </p:txBody>
      </p:sp>
      <p:graphicFrame>
        <p:nvGraphicFramePr>
          <p:cNvPr id="164" name="Google Shape;164;p15"/>
          <p:cNvGraphicFramePr/>
          <p:nvPr/>
        </p:nvGraphicFramePr>
        <p:xfrm>
          <a:off x="1074369" y="1614460"/>
          <a:ext cx="3000000" cy="3000000"/>
        </p:xfrm>
        <a:graphic>
          <a:graphicData uri="http://schemas.openxmlformats.org/drawingml/2006/table">
            <a:tbl>
              <a:tblPr bandRow="1" firstRow="1">
                <a:noFill/>
                <a:tableStyleId>{4E501826-8B68-497C-9E6C-C25F770EEAD1}</a:tableStyleId>
              </a:tblPr>
              <a:tblGrid>
                <a:gridCol w="1922775"/>
                <a:gridCol w="367675"/>
                <a:gridCol w="3765550"/>
              </a:tblGrid>
              <a:tr h="260350">
                <a:tc>
                  <a:txBody>
                    <a:bodyPr/>
                    <a:lstStyle/>
                    <a:p>
                      <a:pPr indent="0" lvl="0" marL="0" marR="53975" rtl="0" algn="r">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Copy inputs</a:t>
                      </a:r>
                      <a:endParaRPr sz="155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to</a:t>
                      </a:r>
                      <a:endParaRPr sz="1550" u="none" cap="none" strike="noStrike">
                        <a:latin typeface="Courier New"/>
                        <a:ea typeface="Courier New"/>
                        <a:cs typeface="Courier New"/>
                        <a:sym typeface="Courier New"/>
                      </a:endParaRPr>
                    </a:p>
                  </a:txBody>
                  <a:tcPr marT="0" marB="0" marR="0" marL="0"/>
                </a:tc>
                <a:tc>
                  <a:txBody>
                    <a:bodyPr/>
                    <a:lstStyle/>
                    <a:p>
                      <a:pPr indent="0" lvl="0" marL="61594"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device</a:t>
                      </a:r>
                      <a:endParaRPr sz="1550" u="none" cap="none" strike="noStrike">
                        <a:latin typeface="Courier New"/>
                        <a:ea typeface="Courier New"/>
                        <a:cs typeface="Courier New"/>
                        <a:sym typeface="Courier New"/>
                      </a:endParaRPr>
                    </a:p>
                  </a:txBody>
                  <a:tcPr marT="0" marB="0" marR="0" marL="0"/>
                </a:tc>
              </a:tr>
              <a:tr h="292100">
                <a:tc>
                  <a:txBody>
                    <a:bodyPr/>
                    <a:lstStyle/>
                    <a:p>
                      <a:pPr indent="0" lvl="0" marL="0" marR="51435" rtl="0" algn="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cudaMemcpy(d_a,</a:t>
                      </a:r>
                      <a:endParaRPr sz="1550" u="none" cap="none" strike="noStrike">
                        <a:latin typeface="Courier New"/>
                        <a:ea typeface="Courier New"/>
                        <a:cs typeface="Courier New"/>
                        <a:sym typeface="Courier New"/>
                      </a:endParaRPr>
                    </a:p>
                  </a:txBody>
                  <a:tcPr marT="2550" marB="0" marR="0" marL="0"/>
                </a:tc>
                <a:tc>
                  <a:txBody>
                    <a:bodyPr/>
                    <a:lstStyle/>
                    <a:p>
                      <a:pPr indent="0" lvl="0" marL="0" marR="0"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a,</a:t>
                      </a:r>
                      <a:endParaRPr sz="1550" u="none" cap="none" strike="noStrike">
                        <a:latin typeface="Courier New"/>
                        <a:ea typeface="Courier New"/>
                        <a:cs typeface="Courier New"/>
                        <a:sym typeface="Courier New"/>
                      </a:endParaRPr>
                    </a:p>
                  </a:txBody>
                  <a:tcPr marT="2550" marB="0" marR="0" marL="0"/>
                </a:tc>
                <a:tc>
                  <a:txBody>
                    <a:bodyPr/>
                    <a:lstStyle/>
                    <a:p>
                      <a:pPr indent="0" lvl="0" marL="63500"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size, cudaMemcpyHostToDevice);</a:t>
                      </a:r>
                      <a:endParaRPr sz="1550" u="none" cap="none" strike="noStrike">
                        <a:latin typeface="Courier New"/>
                        <a:ea typeface="Courier New"/>
                        <a:cs typeface="Courier New"/>
                        <a:sym typeface="Courier New"/>
                      </a:endParaRPr>
                    </a:p>
                  </a:txBody>
                  <a:tcPr marT="2550" marB="0" marR="0" marL="0"/>
                </a:tc>
              </a:tr>
              <a:tr h="260350">
                <a:tc>
                  <a:txBody>
                    <a:bodyPr/>
                    <a:lstStyle/>
                    <a:p>
                      <a:pPr indent="0" lvl="0" marL="0" marR="51435" rtl="0" algn="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cudaMemcpy(d_b,</a:t>
                      </a:r>
                      <a:endParaRPr sz="1550" u="none" cap="none" strike="noStrike">
                        <a:latin typeface="Courier New"/>
                        <a:ea typeface="Courier New"/>
                        <a:cs typeface="Courier New"/>
                        <a:sym typeface="Courier New"/>
                      </a:endParaRPr>
                    </a:p>
                  </a:txBody>
                  <a:tcPr marT="3175" marB="0" marR="0" marL="0"/>
                </a:tc>
                <a:tc>
                  <a:txBody>
                    <a:bodyPr/>
                    <a:lstStyle/>
                    <a:p>
                      <a:pPr indent="0" lvl="0" marL="0" marR="0"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b,</a:t>
                      </a:r>
                      <a:endParaRPr sz="1550" u="none" cap="none" strike="noStrike">
                        <a:latin typeface="Courier New"/>
                        <a:ea typeface="Courier New"/>
                        <a:cs typeface="Courier New"/>
                        <a:sym typeface="Courier New"/>
                      </a:endParaRPr>
                    </a:p>
                  </a:txBody>
                  <a:tcPr marT="3175" marB="0" marR="0" marL="0"/>
                </a:tc>
                <a:tc>
                  <a:txBody>
                    <a:bodyPr/>
                    <a:lstStyle/>
                    <a:p>
                      <a:pPr indent="0" lvl="0" marL="63500"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size, cudaMemcpyHostToDevice);</a:t>
                      </a:r>
                      <a:endParaRPr sz="1550" u="none" cap="none" strike="noStrike">
                        <a:latin typeface="Courier New"/>
                        <a:ea typeface="Courier New"/>
                        <a:cs typeface="Courier New"/>
                        <a:sym typeface="Courier New"/>
                      </a:endParaRPr>
                    </a:p>
                  </a:txBody>
                  <a:tcPr marT="3175" marB="0" marR="0" marL="0"/>
                </a:tc>
              </a:tr>
            </a:tbl>
          </a:graphicData>
        </a:graphic>
      </p:graphicFrame>
      <p:sp>
        <p:nvSpPr>
          <p:cNvPr id="165" name="Google Shape;165;p15"/>
          <p:cNvSpPr txBox="1"/>
          <p:nvPr/>
        </p:nvSpPr>
        <p:spPr>
          <a:xfrm>
            <a:off x="603910" y="2688311"/>
            <a:ext cx="6507480" cy="3246120"/>
          </a:xfrm>
          <a:prstGeom prst="rect">
            <a:avLst/>
          </a:prstGeom>
          <a:noFill/>
          <a:ln>
            <a:noFill/>
          </a:ln>
        </p:spPr>
        <p:txBody>
          <a:bodyPr anchorCtr="0" anchor="t" bIns="0" lIns="0" spcFirstLastPara="1" rIns="0" wrap="square" tIns="67925">
            <a:spAutoFit/>
          </a:bodyPr>
          <a:lstStyle/>
          <a:p>
            <a:pPr indent="0" lvl="0" marL="50165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Launch add() kernel on GPU with N </a:t>
            </a:r>
            <a:r>
              <a:rPr b="1" i="1" lang="en-US" sz="1550" u="none" cap="none" strike="noStrike">
                <a:solidFill>
                  <a:srgbClr val="FF9933"/>
                </a:solidFill>
                <a:latin typeface="Courier New"/>
                <a:ea typeface="Courier New"/>
                <a:cs typeface="Courier New"/>
                <a:sym typeface="Courier New"/>
              </a:rPr>
              <a:t>threads</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add&lt;&lt;&lt;</a:t>
            </a:r>
            <a:r>
              <a:rPr b="1" i="0" lang="en-US" sz="1550" u="none" cap="none" strike="noStrike">
                <a:solidFill>
                  <a:srgbClr val="FF9933"/>
                </a:solidFill>
                <a:latin typeface="Courier New"/>
                <a:ea typeface="Courier New"/>
                <a:cs typeface="Courier New"/>
                <a:sym typeface="Courier New"/>
              </a:rPr>
              <a:t>1,N</a:t>
            </a:r>
            <a:r>
              <a:rPr b="1" i="0" lang="en-US" sz="1550" u="none" cap="none" strike="noStrike">
                <a:solidFill>
                  <a:srgbClr val="000000"/>
                </a:solidFill>
                <a:latin typeface="Courier New"/>
                <a:ea typeface="Courier New"/>
                <a:cs typeface="Courier New"/>
                <a:sym typeface="Courier New"/>
              </a:rPr>
              <a:t>&gt;&gt;&gt;(d_a, d_b, d_c);</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994"/>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Copy result back to host</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cudaMemcpy(c, d_c, size, cudaMemcpyDeviceToHost);</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994"/>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Cleanup</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5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free(a); free(b); free(c);</a:t>
            </a:r>
            <a:endParaRPr b="0" i="0" sz="1550" u="none" cap="none" strike="noStrike">
              <a:solidFill>
                <a:srgbClr val="000000"/>
              </a:solidFill>
              <a:latin typeface="Courier New"/>
              <a:ea typeface="Courier New"/>
              <a:cs typeface="Courier New"/>
              <a:sym typeface="Courier New"/>
            </a:endParaRPr>
          </a:p>
          <a:p>
            <a:pPr indent="0" lvl="0" marL="501650" marR="622300" rtl="0" algn="l">
              <a:lnSpc>
                <a:spcPct val="149032"/>
              </a:lnSpc>
              <a:spcBef>
                <a:spcPts val="1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cudaFree(d_a); cudaFree(d_b); cudaFree(d_c); </a:t>
            </a:r>
            <a:r>
              <a:rPr b="1" i="0" lang="en-US" sz="1550" u="none" cap="none" strike="noStrike">
                <a:solidFill>
                  <a:srgbClr val="89AC00"/>
                </a:solidFill>
                <a:latin typeface="Courier New"/>
                <a:ea typeface="Courier New"/>
                <a:cs typeface="Courier New"/>
                <a:sym typeface="Courier New"/>
              </a:rPr>
              <a:t>return </a:t>
            </a:r>
            <a:r>
              <a:rPr b="1" i="0" lang="en-US" sz="1550" u="none" cap="none" strike="noStrike">
                <a:solidFill>
                  <a:srgbClr val="000000"/>
                </a:solidFill>
                <a:latin typeface="Courier New"/>
                <a:ea typeface="Courier New"/>
                <a:cs typeface="Courier New"/>
                <a:sym typeface="Courier New"/>
              </a:rPr>
              <a:t>0;</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29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t>
            </a:r>
            <a:endParaRPr b="0" i="0" sz="155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6"/>
          <p:cNvSpPr txBox="1"/>
          <p:nvPr/>
        </p:nvSpPr>
        <p:spPr>
          <a:xfrm>
            <a:off x="258267" y="237236"/>
            <a:ext cx="8495030" cy="6377940"/>
          </a:xfrm>
          <a:prstGeom prst="rect">
            <a:avLst/>
          </a:prstGeom>
          <a:noFill/>
          <a:ln>
            <a:noFill/>
          </a:ln>
        </p:spPr>
        <p:txBody>
          <a:bodyPr anchorCtr="0" anchor="t" bIns="0" lIns="0" spcFirstLastPara="1" rIns="0" wrap="square" tIns="13325">
            <a:spAutoFit/>
          </a:bodyPr>
          <a:lstStyle/>
          <a:p>
            <a:pPr indent="0" lvl="0" marL="231775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Combining Blocks and Threads</a:t>
            </a:r>
            <a:endParaRPr b="0" i="0" sz="2800" u="none" cap="none" strike="noStrike">
              <a:solidFill>
                <a:srgbClr val="000000"/>
              </a:solidFill>
              <a:latin typeface="Cambria"/>
              <a:ea typeface="Cambria"/>
              <a:cs typeface="Cambria"/>
              <a:sym typeface="Cambria"/>
            </a:endParaRPr>
          </a:p>
          <a:p>
            <a:pPr indent="-342900" lvl="0" marL="355600" marR="0" rtl="0" algn="l">
              <a:lnSpc>
                <a:spcPct val="100000"/>
              </a:lnSpc>
              <a:spcBef>
                <a:spcPts val="3219"/>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We’ve seen parallel vector addition using:</a:t>
            </a:r>
            <a:endParaRPr b="0" i="0" sz="3200" u="none" cap="none" strike="noStrike">
              <a:solidFill>
                <a:srgbClr val="000000"/>
              </a:solidFill>
              <a:latin typeface="Arial"/>
              <a:ea typeface="Arial"/>
              <a:cs typeface="Arial"/>
              <a:sym typeface="Arial"/>
            </a:endParaRPr>
          </a:p>
          <a:p>
            <a:pPr indent="-287018" lvl="1" marL="756920" marR="0"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Many blocks with one thread each</a:t>
            </a:r>
            <a:endParaRPr b="0" i="0" sz="2800" u="none" cap="none" strike="noStrike">
              <a:solidFill>
                <a:srgbClr val="000000"/>
              </a:solidFill>
              <a:latin typeface="Arial"/>
              <a:ea typeface="Arial"/>
              <a:cs typeface="Arial"/>
              <a:sym typeface="Arial"/>
            </a:endParaRPr>
          </a:p>
          <a:p>
            <a:pPr indent="-287655" lvl="1" marL="757555"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One block with many threads</a:t>
            </a:r>
            <a:endParaRPr b="0" i="0" sz="2800" u="none" cap="none" strike="noStrike">
              <a:solidFill>
                <a:srgbClr val="000000"/>
              </a:solidFill>
              <a:latin typeface="Arial"/>
              <a:ea typeface="Arial"/>
              <a:cs typeface="Arial"/>
              <a:sym typeface="Arial"/>
            </a:endParaRPr>
          </a:p>
          <a:p>
            <a:pPr indent="0" lvl="1" marL="0" marR="0" rtl="0" algn="l">
              <a:lnSpc>
                <a:spcPct val="100000"/>
              </a:lnSpc>
              <a:spcBef>
                <a:spcPts val="212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343535" lvl="0" marL="355600" marR="5080" rtl="0" algn="l">
              <a:lnSpc>
                <a:spcPct val="1004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Let’s adapt vector addition to use both blocks and threads</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1705"/>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Why? We’ll come to that…</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170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First let’s discuss data indexing…</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pSp>
        <p:nvGrpSpPr>
          <p:cNvPr id="175" name="Google Shape;175;p17"/>
          <p:cNvGrpSpPr/>
          <p:nvPr/>
        </p:nvGrpSpPr>
        <p:grpSpPr>
          <a:xfrm>
            <a:off x="1110996" y="3657600"/>
            <a:ext cx="557784" cy="612648"/>
            <a:chOff x="1110996" y="3657600"/>
            <a:chExt cx="557784" cy="612648"/>
          </a:xfrm>
        </p:grpSpPr>
        <p:pic>
          <p:nvPicPr>
            <p:cNvPr id="176" name="Google Shape;176;p17"/>
            <p:cNvPicPr preferRelativeResize="0"/>
            <p:nvPr/>
          </p:nvPicPr>
          <p:blipFill rotWithShape="1">
            <a:blip r:embed="rId3">
              <a:alphaModFix/>
            </a:blip>
            <a:srcRect b="0" l="0" r="0" t="0"/>
            <a:stretch/>
          </p:blipFill>
          <p:spPr>
            <a:xfrm>
              <a:off x="1193292" y="3657600"/>
              <a:ext cx="324612" cy="580644"/>
            </a:xfrm>
            <a:prstGeom prst="rect">
              <a:avLst/>
            </a:prstGeom>
            <a:noFill/>
            <a:ln>
              <a:noFill/>
            </a:ln>
          </p:spPr>
        </p:pic>
        <p:pic>
          <p:nvPicPr>
            <p:cNvPr id="177" name="Google Shape;177;p17"/>
            <p:cNvPicPr preferRelativeResize="0"/>
            <p:nvPr/>
          </p:nvPicPr>
          <p:blipFill rotWithShape="1">
            <a:blip r:embed="rId4">
              <a:alphaModFix/>
            </a:blip>
            <a:srcRect b="0" l="0" r="0" t="0"/>
            <a:stretch/>
          </p:blipFill>
          <p:spPr>
            <a:xfrm>
              <a:off x="1110996" y="3698748"/>
              <a:ext cx="557784" cy="571500"/>
            </a:xfrm>
            <a:prstGeom prst="rect">
              <a:avLst/>
            </a:prstGeom>
            <a:noFill/>
            <a:ln>
              <a:noFill/>
            </a:ln>
          </p:spPr>
        </p:pic>
        <p:sp>
          <p:nvSpPr>
            <p:cNvPr id="178" name="Google Shape;178;p17"/>
            <p:cNvSpPr/>
            <p:nvPr/>
          </p:nvSpPr>
          <p:spPr>
            <a:xfrm>
              <a:off x="1241628" y="3686301"/>
              <a:ext cx="225425" cy="480059"/>
            </a:xfrm>
            <a:custGeom>
              <a:rect b="b" l="l" r="r" t="t"/>
              <a:pathLst>
                <a:path extrusionOk="0" h="480060" w="225425">
                  <a:moveTo>
                    <a:pt x="0" y="442595"/>
                  </a:moveTo>
                  <a:lnTo>
                    <a:pt x="0" y="37465"/>
                  </a:lnTo>
                  <a:lnTo>
                    <a:pt x="2947" y="22877"/>
                  </a:lnTo>
                  <a:lnTo>
                    <a:pt x="10985" y="10969"/>
                  </a:lnTo>
                  <a:lnTo>
                    <a:pt x="22910" y="2942"/>
                  </a:lnTo>
                  <a:lnTo>
                    <a:pt x="37515" y="0"/>
                  </a:lnTo>
                  <a:lnTo>
                    <a:pt x="221030" y="0"/>
                  </a:lnTo>
                  <a:lnTo>
                    <a:pt x="223189" y="0"/>
                  </a:lnTo>
                  <a:lnTo>
                    <a:pt x="224967" y="1778"/>
                  </a:lnTo>
                  <a:lnTo>
                    <a:pt x="224967" y="3937"/>
                  </a:lnTo>
                  <a:lnTo>
                    <a:pt x="224967" y="476123"/>
                  </a:lnTo>
                  <a:lnTo>
                    <a:pt x="224967" y="478281"/>
                  </a:lnTo>
                  <a:lnTo>
                    <a:pt x="223189" y="480060"/>
                  </a:lnTo>
                  <a:lnTo>
                    <a:pt x="221030" y="480060"/>
                  </a:lnTo>
                  <a:lnTo>
                    <a:pt x="37515" y="480060"/>
                  </a:lnTo>
                  <a:lnTo>
                    <a:pt x="22910" y="477117"/>
                  </a:lnTo>
                  <a:lnTo>
                    <a:pt x="10985" y="469090"/>
                  </a:lnTo>
                  <a:lnTo>
                    <a:pt x="2947" y="457182"/>
                  </a:lnTo>
                  <a:lnTo>
                    <a:pt x="0" y="442595"/>
                  </a:lnTo>
                  <a:close/>
                </a:path>
              </a:pathLst>
            </a:custGeom>
            <a:noFill/>
            <a:ln cap="flat" cmpd="sng" w="9525">
              <a:solidFill>
                <a:srgbClr val="88AC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9" name="Google Shape;179;p17"/>
          <p:cNvSpPr txBox="1"/>
          <p:nvPr/>
        </p:nvSpPr>
        <p:spPr>
          <a:xfrm>
            <a:off x="1283588" y="3774389"/>
            <a:ext cx="15303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FF9933"/>
                </a:solidFill>
                <a:latin typeface="Arial"/>
                <a:ea typeface="Arial"/>
                <a:cs typeface="Arial"/>
                <a:sym typeface="Arial"/>
              </a:rPr>
              <a:t>0</a:t>
            </a:r>
            <a:endParaRPr b="0" i="0" sz="1800" u="none" cap="none" strike="noStrike">
              <a:solidFill>
                <a:srgbClr val="000000"/>
              </a:solidFill>
              <a:latin typeface="Arial"/>
              <a:ea typeface="Arial"/>
              <a:cs typeface="Arial"/>
              <a:sym typeface="Arial"/>
            </a:endParaRPr>
          </a:p>
        </p:txBody>
      </p:sp>
      <p:grpSp>
        <p:nvGrpSpPr>
          <p:cNvPr id="180" name="Google Shape;180;p17"/>
          <p:cNvGrpSpPr/>
          <p:nvPr/>
        </p:nvGrpSpPr>
        <p:grpSpPr>
          <a:xfrm>
            <a:off x="1335024" y="3657600"/>
            <a:ext cx="7301483" cy="612648"/>
            <a:chOff x="1335024" y="3657600"/>
            <a:chExt cx="7301483" cy="612648"/>
          </a:xfrm>
        </p:grpSpPr>
        <p:pic>
          <p:nvPicPr>
            <p:cNvPr id="181" name="Google Shape;181;p17"/>
            <p:cNvPicPr preferRelativeResize="0"/>
            <p:nvPr/>
          </p:nvPicPr>
          <p:blipFill rotWithShape="1">
            <a:blip r:embed="rId5">
              <a:alphaModFix/>
            </a:blip>
            <a:srcRect b="0" l="0" r="0" t="0"/>
            <a:stretch/>
          </p:blipFill>
          <p:spPr>
            <a:xfrm>
              <a:off x="1417320" y="3657600"/>
              <a:ext cx="324612" cy="580644"/>
            </a:xfrm>
            <a:prstGeom prst="rect">
              <a:avLst/>
            </a:prstGeom>
            <a:noFill/>
            <a:ln>
              <a:noFill/>
            </a:ln>
          </p:spPr>
        </p:pic>
        <p:pic>
          <p:nvPicPr>
            <p:cNvPr id="182" name="Google Shape;182;p17"/>
            <p:cNvPicPr preferRelativeResize="0"/>
            <p:nvPr/>
          </p:nvPicPr>
          <p:blipFill rotWithShape="1">
            <a:blip r:embed="rId6">
              <a:alphaModFix/>
            </a:blip>
            <a:srcRect b="0" l="0" r="0" t="0"/>
            <a:stretch/>
          </p:blipFill>
          <p:spPr>
            <a:xfrm>
              <a:off x="1335024" y="3698748"/>
              <a:ext cx="557784" cy="571500"/>
            </a:xfrm>
            <a:prstGeom prst="rect">
              <a:avLst/>
            </a:prstGeom>
            <a:noFill/>
            <a:ln>
              <a:noFill/>
            </a:ln>
          </p:spPr>
        </p:pic>
        <p:pic>
          <p:nvPicPr>
            <p:cNvPr id="183" name="Google Shape;183;p17"/>
            <p:cNvPicPr preferRelativeResize="0"/>
            <p:nvPr/>
          </p:nvPicPr>
          <p:blipFill rotWithShape="1">
            <a:blip r:embed="rId7">
              <a:alphaModFix/>
            </a:blip>
            <a:srcRect b="0" l="0" r="0" t="0"/>
            <a:stretch/>
          </p:blipFill>
          <p:spPr>
            <a:xfrm>
              <a:off x="8165592" y="3657600"/>
              <a:ext cx="329183" cy="580644"/>
            </a:xfrm>
            <a:prstGeom prst="rect">
              <a:avLst/>
            </a:prstGeom>
            <a:noFill/>
            <a:ln>
              <a:noFill/>
            </a:ln>
          </p:spPr>
        </p:pic>
        <p:pic>
          <p:nvPicPr>
            <p:cNvPr id="184" name="Google Shape;184;p17"/>
            <p:cNvPicPr preferRelativeResize="0"/>
            <p:nvPr/>
          </p:nvPicPr>
          <p:blipFill rotWithShape="1">
            <a:blip r:embed="rId8">
              <a:alphaModFix/>
            </a:blip>
            <a:srcRect b="0" l="0" r="0" t="0"/>
            <a:stretch/>
          </p:blipFill>
          <p:spPr>
            <a:xfrm>
              <a:off x="8078724" y="3698748"/>
              <a:ext cx="557783" cy="571500"/>
            </a:xfrm>
            <a:prstGeom prst="rect">
              <a:avLst/>
            </a:prstGeom>
            <a:noFill/>
            <a:ln>
              <a:noFill/>
            </a:ln>
          </p:spPr>
        </p:pic>
        <p:sp>
          <p:nvSpPr>
            <p:cNvPr id="185" name="Google Shape;185;p17"/>
            <p:cNvSpPr/>
            <p:nvPr/>
          </p:nvSpPr>
          <p:spPr>
            <a:xfrm>
              <a:off x="8217407" y="3686301"/>
              <a:ext cx="225425" cy="480059"/>
            </a:xfrm>
            <a:custGeom>
              <a:rect b="b" l="l" r="r" t="t"/>
              <a:pathLst>
                <a:path extrusionOk="0" h="480060" w="225425">
                  <a:moveTo>
                    <a:pt x="225044" y="442468"/>
                  </a:moveTo>
                  <a:lnTo>
                    <a:pt x="225044" y="37465"/>
                  </a:lnTo>
                  <a:lnTo>
                    <a:pt x="222101" y="22877"/>
                  </a:lnTo>
                  <a:lnTo>
                    <a:pt x="214074" y="10969"/>
                  </a:lnTo>
                  <a:lnTo>
                    <a:pt x="202166" y="2942"/>
                  </a:lnTo>
                  <a:lnTo>
                    <a:pt x="187578" y="0"/>
                  </a:lnTo>
                  <a:lnTo>
                    <a:pt x="3937" y="0"/>
                  </a:lnTo>
                  <a:lnTo>
                    <a:pt x="1777" y="0"/>
                  </a:lnTo>
                  <a:lnTo>
                    <a:pt x="0" y="1778"/>
                  </a:lnTo>
                  <a:lnTo>
                    <a:pt x="0" y="3937"/>
                  </a:lnTo>
                  <a:lnTo>
                    <a:pt x="0" y="476123"/>
                  </a:lnTo>
                  <a:lnTo>
                    <a:pt x="0" y="478281"/>
                  </a:lnTo>
                  <a:lnTo>
                    <a:pt x="1777" y="480060"/>
                  </a:lnTo>
                  <a:lnTo>
                    <a:pt x="3937" y="480060"/>
                  </a:lnTo>
                  <a:lnTo>
                    <a:pt x="187578" y="480060"/>
                  </a:lnTo>
                  <a:lnTo>
                    <a:pt x="202166" y="477115"/>
                  </a:lnTo>
                  <a:lnTo>
                    <a:pt x="214074" y="469074"/>
                  </a:lnTo>
                  <a:lnTo>
                    <a:pt x="222101" y="457128"/>
                  </a:lnTo>
                  <a:lnTo>
                    <a:pt x="225044" y="442468"/>
                  </a:lnTo>
                  <a:close/>
                </a:path>
              </a:pathLst>
            </a:custGeom>
            <a:noFill/>
            <a:ln cap="flat" cmpd="sng" w="9525">
              <a:solidFill>
                <a:srgbClr val="88AC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6" name="Google Shape;186;p17"/>
          <p:cNvSpPr txBox="1"/>
          <p:nvPr/>
        </p:nvSpPr>
        <p:spPr>
          <a:xfrm>
            <a:off x="8253221" y="3774389"/>
            <a:ext cx="15303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C00000"/>
                </a:solidFill>
                <a:latin typeface="Arial"/>
                <a:ea typeface="Arial"/>
                <a:cs typeface="Arial"/>
                <a:sym typeface="Arial"/>
              </a:rPr>
              <a:t>7</a:t>
            </a:r>
            <a:endParaRPr b="0" i="0" sz="1800" u="none" cap="none" strike="noStrike">
              <a:solidFill>
                <a:srgbClr val="000000"/>
              </a:solidFill>
              <a:latin typeface="Arial"/>
              <a:ea typeface="Arial"/>
              <a:cs typeface="Arial"/>
              <a:sym typeface="Arial"/>
            </a:endParaRPr>
          </a:p>
        </p:txBody>
      </p:sp>
      <p:grpSp>
        <p:nvGrpSpPr>
          <p:cNvPr id="187" name="Google Shape;187;p17"/>
          <p:cNvGrpSpPr/>
          <p:nvPr/>
        </p:nvGrpSpPr>
        <p:grpSpPr>
          <a:xfrm>
            <a:off x="1559052" y="3657600"/>
            <a:ext cx="6857998" cy="612648"/>
            <a:chOff x="1559052" y="3657600"/>
            <a:chExt cx="6857998" cy="612648"/>
          </a:xfrm>
        </p:grpSpPr>
        <p:pic>
          <p:nvPicPr>
            <p:cNvPr id="188" name="Google Shape;188;p17"/>
            <p:cNvPicPr preferRelativeResize="0"/>
            <p:nvPr/>
          </p:nvPicPr>
          <p:blipFill rotWithShape="1">
            <a:blip r:embed="rId9">
              <a:alphaModFix/>
            </a:blip>
            <a:srcRect b="0" l="0" r="0" t="0"/>
            <a:stretch/>
          </p:blipFill>
          <p:spPr>
            <a:xfrm>
              <a:off x="1641348" y="3657600"/>
              <a:ext cx="324612" cy="580644"/>
            </a:xfrm>
            <a:prstGeom prst="rect">
              <a:avLst/>
            </a:prstGeom>
            <a:noFill/>
            <a:ln>
              <a:noFill/>
            </a:ln>
          </p:spPr>
        </p:pic>
        <p:pic>
          <p:nvPicPr>
            <p:cNvPr id="189" name="Google Shape;189;p17"/>
            <p:cNvPicPr preferRelativeResize="0"/>
            <p:nvPr/>
          </p:nvPicPr>
          <p:blipFill rotWithShape="1">
            <a:blip r:embed="rId10">
              <a:alphaModFix/>
            </a:blip>
            <a:srcRect b="0" l="0" r="0" t="0"/>
            <a:stretch/>
          </p:blipFill>
          <p:spPr>
            <a:xfrm>
              <a:off x="1559052" y="3698748"/>
              <a:ext cx="557784" cy="571500"/>
            </a:xfrm>
            <a:prstGeom prst="rect">
              <a:avLst/>
            </a:prstGeom>
            <a:noFill/>
            <a:ln>
              <a:noFill/>
            </a:ln>
          </p:spPr>
        </p:pic>
        <p:pic>
          <p:nvPicPr>
            <p:cNvPr id="190" name="Google Shape;190;p17"/>
            <p:cNvPicPr preferRelativeResize="0"/>
            <p:nvPr/>
          </p:nvPicPr>
          <p:blipFill rotWithShape="1">
            <a:blip r:embed="rId11">
              <a:alphaModFix/>
            </a:blip>
            <a:srcRect b="0" l="0" r="0" t="0"/>
            <a:stretch/>
          </p:blipFill>
          <p:spPr>
            <a:xfrm>
              <a:off x="1865376" y="3657600"/>
              <a:ext cx="324612" cy="580644"/>
            </a:xfrm>
            <a:prstGeom prst="rect">
              <a:avLst/>
            </a:prstGeom>
            <a:noFill/>
            <a:ln>
              <a:noFill/>
            </a:ln>
          </p:spPr>
        </p:pic>
        <p:pic>
          <p:nvPicPr>
            <p:cNvPr id="191" name="Google Shape;191;p17"/>
            <p:cNvPicPr preferRelativeResize="0"/>
            <p:nvPr/>
          </p:nvPicPr>
          <p:blipFill rotWithShape="1">
            <a:blip r:embed="rId12">
              <a:alphaModFix/>
            </a:blip>
            <a:srcRect b="0" l="0" r="0" t="0"/>
            <a:stretch/>
          </p:blipFill>
          <p:spPr>
            <a:xfrm>
              <a:off x="1783080" y="3698748"/>
              <a:ext cx="557783" cy="571500"/>
            </a:xfrm>
            <a:prstGeom prst="rect">
              <a:avLst/>
            </a:prstGeom>
            <a:noFill/>
            <a:ln>
              <a:noFill/>
            </a:ln>
          </p:spPr>
        </p:pic>
        <p:pic>
          <p:nvPicPr>
            <p:cNvPr id="192" name="Google Shape;192;p17"/>
            <p:cNvPicPr preferRelativeResize="0"/>
            <p:nvPr/>
          </p:nvPicPr>
          <p:blipFill rotWithShape="1">
            <a:blip r:embed="rId13">
              <a:alphaModFix/>
            </a:blip>
            <a:srcRect b="0" l="0" r="0" t="0"/>
            <a:stretch/>
          </p:blipFill>
          <p:spPr>
            <a:xfrm>
              <a:off x="2089404" y="3657600"/>
              <a:ext cx="329183" cy="580644"/>
            </a:xfrm>
            <a:prstGeom prst="rect">
              <a:avLst/>
            </a:prstGeom>
            <a:noFill/>
            <a:ln>
              <a:noFill/>
            </a:ln>
          </p:spPr>
        </p:pic>
        <p:pic>
          <p:nvPicPr>
            <p:cNvPr id="193" name="Google Shape;193;p17"/>
            <p:cNvPicPr preferRelativeResize="0"/>
            <p:nvPr/>
          </p:nvPicPr>
          <p:blipFill rotWithShape="1">
            <a:blip r:embed="rId14">
              <a:alphaModFix/>
            </a:blip>
            <a:srcRect b="0" l="0" r="0" t="0"/>
            <a:stretch/>
          </p:blipFill>
          <p:spPr>
            <a:xfrm>
              <a:off x="2007108" y="3698748"/>
              <a:ext cx="557783" cy="571500"/>
            </a:xfrm>
            <a:prstGeom prst="rect">
              <a:avLst/>
            </a:prstGeom>
            <a:noFill/>
            <a:ln>
              <a:noFill/>
            </a:ln>
          </p:spPr>
        </p:pic>
        <p:pic>
          <p:nvPicPr>
            <p:cNvPr id="194" name="Google Shape;194;p17"/>
            <p:cNvPicPr preferRelativeResize="0"/>
            <p:nvPr/>
          </p:nvPicPr>
          <p:blipFill rotWithShape="1">
            <a:blip r:embed="rId15">
              <a:alphaModFix/>
            </a:blip>
            <a:srcRect b="0" l="0" r="0" t="0"/>
            <a:stretch/>
          </p:blipFill>
          <p:spPr>
            <a:xfrm>
              <a:off x="2318004" y="3657600"/>
              <a:ext cx="324612" cy="580644"/>
            </a:xfrm>
            <a:prstGeom prst="rect">
              <a:avLst/>
            </a:prstGeom>
            <a:noFill/>
            <a:ln>
              <a:noFill/>
            </a:ln>
          </p:spPr>
        </p:pic>
        <p:pic>
          <p:nvPicPr>
            <p:cNvPr id="195" name="Google Shape;195;p17"/>
            <p:cNvPicPr preferRelativeResize="0"/>
            <p:nvPr/>
          </p:nvPicPr>
          <p:blipFill rotWithShape="1">
            <a:blip r:embed="rId16">
              <a:alphaModFix/>
            </a:blip>
            <a:srcRect b="0" l="0" r="0" t="0"/>
            <a:stretch/>
          </p:blipFill>
          <p:spPr>
            <a:xfrm>
              <a:off x="2231136" y="3698748"/>
              <a:ext cx="557784" cy="571500"/>
            </a:xfrm>
            <a:prstGeom prst="rect">
              <a:avLst/>
            </a:prstGeom>
            <a:noFill/>
            <a:ln>
              <a:noFill/>
            </a:ln>
          </p:spPr>
        </p:pic>
        <p:pic>
          <p:nvPicPr>
            <p:cNvPr id="196" name="Google Shape;196;p17"/>
            <p:cNvPicPr preferRelativeResize="0"/>
            <p:nvPr/>
          </p:nvPicPr>
          <p:blipFill rotWithShape="1">
            <a:blip r:embed="rId17">
              <a:alphaModFix/>
            </a:blip>
            <a:srcRect b="0" l="0" r="0" t="0"/>
            <a:stretch/>
          </p:blipFill>
          <p:spPr>
            <a:xfrm>
              <a:off x="2542032" y="3657600"/>
              <a:ext cx="324612" cy="580644"/>
            </a:xfrm>
            <a:prstGeom prst="rect">
              <a:avLst/>
            </a:prstGeom>
            <a:noFill/>
            <a:ln>
              <a:noFill/>
            </a:ln>
          </p:spPr>
        </p:pic>
        <p:pic>
          <p:nvPicPr>
            <p:cNvPr id="197" name="Google Shape;197;p17"/>
            <p:cNvPicPr preferRelativeResize="0"/>
            <p:nvPr/>
          </p:nvPicPr>
          <p:blipFill rotWithShape="1">
            <a:blip r:embed="rId18">
              <a:alphaModFix/>
            </a:blip>
            <a:srcRect b="0" l="0" r="0" t="0"/>
            <a:stretch/>
          </p:blipFill>
          <p:spPr>
            <a:xfrm>
              <a:off x="2459736" y="3698748"/>
              <a:ext cx="557784" cy="571500"/>
            </a:xfrm>
            <a:prstGeom prst="rect">
              <a:avLst/>
            </a:prstGeom>
            <a:noFill/>
            <a:ln>
              <a:noFill/>
            </a:ln>
          </p:spPr>
        </p:pic>
        <p:pic>
          <p:nvPicPr>
            <p:cNvPr id="198" name="Google Shape;198;p17"/>
            <p:cNvPicPr preferRelativeResize="0"/>
            <p:nvPr/>
          </p:nvPicPr>
          <p:blipFill rotWithShape="1">
            <a:blip r:embed="rId19">
              <a:alphaModFix/>
            </a:blip>
            <a:srcRect b="0" l="0" r="0" t="0"/>
            <a:stretch/>
          </p:blipFill>
          <p:spPr>
            <a:xfrm>
              <a:off x="2766060" y="3657600"/>
              <a:ext cx="324612" cy="580644"/>
            </a:xfrm>
            <a:prstGeom prst="rect">
              <a:avLst/>
            </a:prstGeom>
            <a:noFill/>
            <a:ln>
              <a:noFill/>
            </a:ln>
          </p:spPr>
        </p:pic>
        <p:pic>
          <p:nvPicPr>
            <p:cNvPr id="199" name="Google Shape;199;p17"/>
            <p:cNvPicPr preferRelativeResize="0"/>
            <p:nvPr/>
          </p:nvPicPr>
          <p:blipFill rotWithShape="1">
            <a:blip r:embed="rId20">
              <a:alphaModFix/>
            </a:blip>
            <a:srcRect b="0" l="0" r="0" t="0"/>
            <a:stretch/>
          </p:blipFill>
          <p:spPr>
            <a:xfrm>
              <a:off x="2683763" y="3698748"/>
              <a:ext cx="557784" cy="571500"/>
            </a:xfrm>
            <a:prstGeom prst="rect">
              <a:avLst/>
            </a:prstGeom>
            <a:noFill/>
            <a:ln>
              <a:noFill/>
            </a:ln>
          </p:spPr>
        </p:pic>
        <p:pic>
          <p:nvPicPr>
            <p:cNvPr id="200" name="Google Shape;200;p17"/>
            <p:cNvPicPr preferRelativeResize="0"/>
            <p:nvPr/>
          </p:nvPicPr>
          <p:blipFill rotWithShape="1">
            <a:blip r:embed="rId21">
              <a:alphaModFix/>
            </a:blip>
            <a:srcRect b="0" l="0" r="0" t="0"/>
            <a:stretch/>
          </p:blipFill>
          <p:spPr>
            <a:xfrm>
              <a:off x="2990088" y="3657600"/>
              <a:ext cx="329184" cy="580644"/>
            </a:xfrm>
            <a:prstGeom prst="rect">
              <a:avLst/>
            </a:prstGeom>
            <a:noFill/>
            <a:ln>
              <a:noFill/>
            </a:ln>
          </p:spPr>
        </p:pic>
        <p:pic>
          <p:nvPicPr>
            <p:cNvPr id="201" name="Google Shape;201;p17"/>
            <p:cNvPicPr preferRelativeResize="0"/>
            <p:nvPr/>
          </p:nvPicPr>
          <p:blipFill rotWithShape="1">
            <a:blip r:embed="rId22">
              <a:alphaModFix/>
            </a:blip>
            <a:srcRect b="0" l="0" r="0" t="0"/>
            <a:stretch/>
          </p:blipFill>
          <p:spPr>
            <a:xfrm>
              <a:off x="2907791" y="3698748"/>
              <a:ext cx="557783" cy="571500"/>
            </a:xfrm>
            <a:prstGeom prst="rect">
              <a:avLst/>
            </a:prstGeom>
            <a:noFill/>
            <a:ln>
              <a:noFill/>
            </a:ln>
          </p:spPr>
        </p:pic>
        <p:pic>
          <p:nvPicPr>
            <p:cNvPr id="202" name="Google Shape;202;p17"/>
            <p:cNvPicPr preferRelativeResize="0"/>
            <p:nvPr/>
          </p:nvPicPr>
          <p:blipFill rotWithShape="1">
            <a:blip r:embed="rId23">
              <a:alphaModFix/>
            </a:blip>
            <a:srcRect b="0" l="0" r="0" t="0"/>
            <a:stretch/>
          </p:blipFill>
          <p:spPr>
            <a:xfrm>
              <a:off x="3214116" y="3657600"/>
              <a:ext cx="329183" cy="580644"/>
            </a:xfrm>
            <a:prstGeom prst="rect">
              <a:avLst/>
            </a:prstGeom>
            <a:noFill/>
            <a:ln>
              <a:noFill/>
            </a:ln>
          </p:spPr>
        </p:pic>
        <p:pic>
          <p:nvPicPr>
            <p:cNvPr id="203" name="Google Shape;203;p17"/>
            <p:cNvPicPr preferRelativeResize="0"/>
            <p:nvPr/>
          </p:nvPicPr>
          <p:blipFill rotWithShape="1">
            <a:blip r:embed="rId24">
              <a:alphaModFix/>
            </a:blip>
            <a:srcRect b="0" l="0" r="0" t="0"/>
            <a:stretch/>
          </p:blipFill>
          <p:spPr>
            <a:xfrm>
              <a:off x="3131819" y="3698748"/>
              <a:ext cx="557783" cy="571500"/>
            </a:xfrm>
            <a:prstGeom prst="rect">
              <a:avLst/>
            </a:prstGeom>
            <a:noFill/>
            <a:ln>
              <a:noFill/>
            </a:ln>
          </p:spPr>
        </p:pic>
        <p:pic>
          <p:nvPicPr>
            <p:cNvPr id="204" name="Google Shape;204;p17"/>
            <p:cNvPicPr preferRelativeResize="0"/>
            <p:nvPr/>
          </p:nvPicPr>
          <p:blipFill rotWithShape="1">
            <a:blip r:embed="rId5">
              <a:alphaModFix/>
            </a:blip>
            <a:srcRect b="0" l="0" r="0" t="0"/>
            <a:stretch/>
          </p:blipFill>
          <p:spPr>
            <a:xfrm>
              <a:off x="3442716" y="3657600"/>
              <a:ext cx="324612" cy="580644"/>
            </a:xfrm>
            <a:prstGeom prst="rect">
              <a:avLst/>
            </a:prstGeom>
            <a:noFill/>
            <a:ln>
              <a:noFill/>
            </a:ln>
          </p:spPr>
        </p:pic>
        <p:pic>
          <p:nvPicPr>
            <p:cNvPr id="205" name="Google Shape;205;p17"/>
            <p:cNvPicPr preferRelativeResize="0"/>
            <p:nvPr/>
          </p:nvPicPr>
          <p:blipFill rotWithShape="1">
            <a:blip r:embed="rId25">
              <a:alphaModFix/>
            </a:blip>
            <a:srcRect b="0" l="0" r="0" t="0"/>
            <a:stretch/>
          </p:blipFill>
          <p:spPr>
            <a:xfrm>
              <a:off x="3355847" y="3698748"/>
              <a:ext cx="557784" cy="571500"/>
            </a:xfrm>
            <a:prstGeom prst="rect">
              <a:avLst/>
            </a:prstGeom>
            <a:noFill/>
            <a:ln>
              <a:noFill/>
            </a:ln>
          </p:spPr>
        </p:pic>
        <p:pic>
          <p:nvPicPr>
            <p:cNvPr id="206" name="Google Shape;206;p17"/>
            <p:cNvPicPr preferRelativeResize="0"/>
            <p:nvPr/>
          </p:nvPicPr>
          <p:blipFill rotWithShape="1">
            <a:blip r:embed="rId26">
              <a:alphaModFix/>
            </a:blip>
            <a:srcRect b="0" l="0" r="0" t="0"/>
            <a:stretch/>
          </p:blipFill>
          <p:spPr>
            <a:xfrm>
              <a:off x="3666744" y="3657600"/>
              <a:ext cx="324612" cy="580644"/>
            </a:xfrm>
            <a:prstGeom prst="rect">
              <a:avLst/>
            </a:prstGeom>
            <a:noFill/>
            <a:ln>
              <a:noFill/>
            </a:ln>
          </p:spPr>
        </p:pic>
        <p:pic>
          <p:nvPicPr>
            <p:cNvPr id="207" name="Google Shape;207;p17"/>
            <p:cNvPicPr preferRelativeResize="0"/>
            <p:nvPr/>
          </p:nvPicPr>
          <p:blipFill rotWithShape="1">
            <a:blip r:embed="rId27">
              <a:alphaModFix/>
            </a:blip>
            <a:srcRect b="0" l="0" r="0" t="0"/>
            <a:stretch/>
          </p:blipFill>
          <p:spPr>
            <a:xfrm>
              <a:off x="3584447" y="3698748"/>
              <a:ext cx="557784" cy="571500"/>
            </a:xfrm>
            <a:prstGeom prst="rect">
              <a:avLst/>
            </a:prstGeom>
            <a:noFill/>
            <a:ln>
              <a:noFill/>
            </a:ln>
          </p:spPr>
        </p:pic>
        <p:pic>
          <p:nvPicPr>
            <p:cNvPr id="208" name="Google Shape;208;p17"/>
            <p:cNvPicPr preferRelativeResize="0"/>
            <p:nvPr/>
          </p:nvPicPr>
          <p:blipFill rotWithShape="1">
            <a:blip r:embed="rId28">
              <a:alphaModFix/>
            </a:blip>
            <a:srcRect b="0" l="0" r="0" t="0"/>
            <a:stretch/>
          </p:blipFill>
          <p:spPr>
            <a:xfrm>
              <a:off x="3890772" y="3657600"/>
              <a:ext cx="324612" cy="580644"/>
            </a:xfrm>
            <a:prstGeom prst="rect">
              <a:avLst/>
            </a:prstGeom>
            <a:noFill/>
            <a:ln>
              <a:noFill/>
            </a:ln>
          </p:spPr>
        </p:pic>
        <p:pic>
          <p:nvPicPr>
            <p:cNvPr id="209" name="Google Shape;209;p17"/>
            <p:cNvPicPr preferRelativeResize="0"/>
            <p:nvPr/>
          </p:nvPicPr>
          <p:blipFill rotWithShape="1">
            <a:blip r:embed="rId29">
              <a:alphaModFix/>
            </a:blip>
            <a:srcRect b="0" l="0" r="0" t="0"/>
            <a:stretch/>
          </p:blipFill>
          <p:spPr>
            <a:xfrm>
              <a:off x="3808475" y="3698748"/>
              <a:ext cx="557784" cy="571500"/>
            </a:xfrm>
            <a:prstGeom prst="rect">
              <a:avLst/>
            </a:prstGeom>
            <a:noFill/>
            <a:ln>
              <a:noFill/>
            </a:ln>
          </p:spPr>
        </p:pic>
        <p:pic>
          <p:nvPicPr>
            <p:cNvPr id="210" name="Google Shape;210;p17"/>
            <p:cNvPicPr preferRelativeResize="0"/>
            <p:nvPr/>
          </p:nvPicPr>
          <p:blipFill rotWithShape="1">
            <a:blip r:embed="rId30">
              <a:alphaModFix/>
            </a:blip>
            <a:srcRect b="0" l="0" r="0" t="0"/>
            <a:stretch/>
          </p:blipFill>
          <p:spPr>
            <a:xfrm>
              <a:off x="4114800" y="3657600"/>
              <a:ext cx="329184" cy="580644"/>
            </a:xfrm>
            <a:prstGeom prst="rect">
              <a:avLst/>
            </a:prstGeom>
            <a:noFill/>
            <a:ln>
              <a:noFill/>
            </a:ln>
          </p:spPr>
        </p:pic>
        <p:pic>
          <p:nvPicPr>
            <p:cNvPr id="211" name="Google Shape;211;p17"/>
            <p:cNvPicPr preferRelativeResize="0"/>
            <p:nvPr/>
          </p:nvPicPr>
          <p:blipFill rotWithShape="1">
            <a:blip r:embed="rId31">
              <a:alphaModFix/>
            </a:blip>
            <a:srcRect b="0" l="0" r="0" t="0"/>
            <a:stretch/>
          </p:blipFill>
          <p:spPr>
            <a:xfrm>
              <a:off x="4032503" y="3698748"/>
              <a:ext cx="557784" cy="571500"/>
            </a:xfrm>
            <a:prstGeom prst="rect">
              <a:avLst/>
            </a:prstGeom>
            <a:noFill/>
            <a:ln>
              <a:noFill/>
            </a:ln>
          </p:spPr>
        </p:pic>
        <p:pic>
          <p:nvPicPr>
            <p:cNvPr id="212" name="Google Shape;212;p17"/>
            <p:cNvPicPr preferRelativeResize="0"/>
            <p:nvPr/>
          </p:nvPicPr>
          <p:blipFill rotWithShape="1">
            <a:blip r:embed="rId32">
              <a:alphaModFix/>
            </a:blip>
            <a:srcRect b="0" l="0" r="0" t="0"/>
            <a:stretch/>
          </p:blipFill>
          <p:spPr>
            <a:xfrm>
              <a:off x="4343400" y="3657600"/>
              <a:ext cx="324612" cy="580644"/>
            </a:xfrm>
            <a:prstGeom prst="rect">
              <a:avLst/>
            </a:prstGeom>
            <a:noFill/>
            <a:ln>
              <a:noFill/>
            </a:ln>
          </p:spPr>
        </p:pic>
        <p:pic>
          <p:nvPicPr>
            <p:cNvPr id="213" name="Google Shape;213;p17"/>
            <p:cNvPicPr preferRelativeResize="0"/>
            <p:nvPr/>
          </p:nvPicPr>
          <p:blipFill rotWithShape="1">
            <a:blip r:embed="rId33">
              <a:alphaModFix/>
            </a:blip>
            <a:srcRect b="0" l="0" r="0" t="0"/>
            <a:stretch/>
          </p:blipFill>
          <p:spPr>
            <a:xfrm>
              <a:off x="4256531" y="3698748"/>
              <a:ext cx="557784" cy="571500"/>
            </a:xfrm>
            <a:prstGeom prst="rect">
              <a:avLst/>
            </a:prstGeom>
            <a:noFill/>
            <a:ln>
              <a:noFill/>
            </a:ln>
          </p:spPr>
        </p:pic>
        <p:pic>
          <p:nvPicPr>
            <p:cNvPr id="214" name="Google Shape;214;p17"/>
            <p:cNvPicPr preferRelativeResize="0"/>
            <p:nvPr/>
          </p:nvPicPr>
          <p:blipFill rotWithShape="1">
            <a:blip r:embed="rId34">
              <a:alphaModFix/>
            </a:blip>
            <a:srcRect b="0" l="0" r="0" t="0"/>
            <a:stretch/>
          </p:blipFill>
          <p:spPr>
            <a:xfrm>
              <a:off x="4567428" y="3657600"/>
              <a:ext cx="324612" cy="580644"/>
            </a:xfrm>
            <a:prstGeom prst="rect">
              <a:avLst/>
            </a:prstGeom>
            <a:noFill/>
            <a:ln>
              <a:noFill/>
            </a:ln>
          </p:spPr>
        </p:pic>
        <p:pic>
          <p:nvPicPr>
            <p:cNvPr id="215" name="Google Shape;215;p17"/>
            <p:cNvPicPr preferRelativeResize="0"/>
            <p:nvPr/>
          </p:nvPicPr>
          <p:blipFill rotWithShape="1">
            <a:blip r:embed="rId35">
              <a:alphaModFix/>
            </a:blip>
            <a:srcRect b="0" l="0" r="0" t="0"/>
            <a:stretch/>
          </p:blipFill>
          <p:spPr>
            <a:xfrm>
              <a:off x="4485131" y="3698748"/>
              <a:ext cx="557784" cy="571500"/>
            </a:xfrm>
            <a:prstGeom prst="rect">
              <a:avLst/>
            </a:prstGeom>
            <a:noFill/>
            <a:ln>
              <a:noFill/>
            </a:ln>
          </p:spPr>
        </p:pic>
        <p:pic>
          <p:nvPicPr>
            <p:cNvPr id="216" name="Google Shape;216;p17"/>
            <p:cNvPicPr preferRelativeResize="0"/>
            <p:nvPr/>
          </p:nvPicPr>
          <p:blipFill rotWithShape="1">
            <a:blip r:embed="rId36">
              <a:alphaModFix/>
            </a:blip>
            <a:srcRect b="0" l="0" r="0" t="0"/>
            <a:stretch/>
          </p:blipFill>
          <p:spPr>
            <a:xfrm>
              <a:off x="4791456" y="3657600"/>
              <a:ext cx="324612" cy="580644"/>
            </a:xfrm>
            <a:prstGeom prst="rect">
              <a:avLst/>
            </a:prstGeom>
            <a:noFill/>
            <a:ln>
              <a:noFill/>
            </a:ln>
          </p:spPr>
        </p:pic>
        <p:pic>
          <p:nvPicPr>
            <p:cNvPr id="217" name="Google Shape;217;p17"/>
            <p:cNvPicPr preferRelativeResize="0"/>
            <p:nvPr/>
          </p:nvPicPr>
          <p:blipFill rotWithShape="1">
            <a:blip r:embed="rId37">
              <a:alphaModFix/>
            </a:blip>
            <a:srcRect b="0" l="0" r="0" t="0"/>
            <a:stretch/>
          </p:blipFill>
          <p:spPr>
            <a:xfrm>
              <a:off x="4709159" y="3698748"/>
              <a:ext cx="557784" cy="571500"/>
            </a:xfrm>
            <a:prstGeom prst="rect">
              <a:avLst/>
            </a:prstGeom>
            <a:noFill/>
            <a:ln>
              <a:noFill/>
            </a:ln>
          </p:spPr>
        </p:pic>
        <p:pic>
          <p:nvPicPr>
            <p:cNvPr id="218" name="Google Shape;218;p17"/>
            <p:cNvPicPr preferRelativeResize="0"/>
            <p:nvPr/>
          </p:nvPicPr>
          <p:blipFill rotWithShape="1">
            <a:blip r:embed="rId38">
              <a:alphaModFix/>
            </a:blip>
            <a:srcRect b="0" l="0" r="0" t="0"/>
            <a:stretch/>
          </p:blipFill>
          <p:spPr>
            <a:xfrm>
              <a:off x="5015484" y="3657600"/>
              <a:ext cx="329184" cy="580644"/>
            </a:xfrm>
            <a:prstGeom prst="rect">
              <a:avLst/>
            </a:prstGeom>
            <a:noFill/>
            <a:ln>
              <a:noFill/>
            </a:ln>
          </p:spPr>
        </p:pic>
        <p:pic>
          <p:nvPicPr>
            <p:cNvPr id="219" name="Google Shape;219;p17"/>
            <p:cNvPicPr preferRelativeResize="0"/>
            <p:nvPr/>
          </p:nvPicPr>
          <p:blipFill rotWithShape="1">
            <a:blip r:embed="rId39">
              <a:alphaModFix/>
            </a:blip>
            <a:srcRect b="0" l="0" r="0" t="0"/>
            <a:stretch/>
          </p:blipFill>
          <p:spPr>
            <a:xfrm>
              <a:off x="4933187" y="3698748"/>
              <a:ext cx="557784" cy="571500"/>
            </a:xfrm>
            <a:prstGeom prst="rect">
              <a:avLst/>
            </a:prstGeom>
            <a:noFill/>
            <a:ln>
              <a:noFill/>
            </a:ln>
          </p:spPr>
        </p:pic>
        <p:pic>
          <p:nvPicPr>
            <p:cNvPr id="220" name="Google Shape;220;p17"/>
            <p:cNvPicPr preferRelativeResize="0"/>
            <p:nvPr/>
          </p:nvPicPr>
          <p:blipFill rotWithShape="1">
            <a:blip r:embed="rId40">
              <a:alphaModFix/>
            </a:blip>
            <a:srcRect b="0" l="0" r="0" t="0"/>
            <a:stretch/>
          </p:blipFill>
          <p:spPr>
            <a:xfrm>
              <a:off x="5239511" y="3657600"/>
              <a:ext cx="329184" cy="580644"/>
            </a:xfrm>
            <a:prstGeom prst="rect">
              <a:avLst/>
            </a:prstGeom>
            <a:noFill/>
            <a:ln>
              <a:noFill/>
            </a:ln>
          </p:spPr>
        </p:pic>
        <p:pic>
          <p:nvPicPr>
            <p:cNvPr id="221" name="Google Shape;221;p17"/>
            <p:cNvPicPr preferRelativeResize="0"/>
            <p:nvPr/>
          </p:nvPicPr>
          <p:blipFill rotWithShape="1">
            <a:blip r:embed="rId41">
              <a:alphaModFix/>
            </a:blip>
            <a:srcRect b="0" l="0" r="0" t="0"/>
            <a:stretch/>
          </p:blipFill>
          <p:spPr>
            <a:xfrm>
              <a:off x="5157216" y="3698748"/>
              <a:ext cx="557784" cy="571500"/>
            </a:xfrm>
            <a:prstGeom prst="rect">
              <a:avLst/>
            </a:prstGeom>
            <a:noFill/>
            <a:ln>
              <a:noFill/>
            </a:ln>
          </p:spPr>
        </p:pic>
        <p:pic>
          <p:nvPicPr>
            <p:cNvPr id="222" name="Google Shape;222;p17"/>
            <p:cNvPicPr preferRelativeResize="0"/>
            <p:nvPr/>
          </p:nvPicPr>
          <p:blipFill rotWithShape="1">
            <a:blip r:embed="rId42">
              <a:alphaModFix/>
            </a:blip>
            <a:srcRect b="0" l="0" r="0" t="0"/>
            <a:stretch/>
          </p:blipFill>
          <p:spPr>
            <a:xfrm>
              <a:off x="5468111" y="3657600"/>
              <a:ext cx="324612" cy="580644"/>
            </a:xfrm>
            <a:prstGeom prst="rect">
              <a:avLst/>
            </a:prstGeom>
            <a:noFill/>
            <a:ln>
              <a:noFill/>
            </a:ln>
          </p:spPr>
        </p:pic>
        <p:pic>
          <p:nvPicPr>
            <p:cNvPr id="223" name="Google Shape;223;p17"/>
            <p:cNvPicPr preferRelativeResize="0"/>
            <p:nvPr/>
          </p:nvPicPr>
          <p:blipFill rotWithShape="1">
            <a:blip r:embed="rId43">
              <a:alphaModFix/>
            </a:blip>
            <a:srcRect b="0" l="0" r="0" t="0"/>
            <a:stretch/>
          </p:blipFill>
          <p:spPr>
            <a:xfrm>
              <a:off x="5381243" y="3698748"/>
              <a:ext cx="557784" cy="571500"/>
            </a:xfrm>
            <a:prstGeom prst="rect">
              <a:avLst/>
            </a:prstGeom>
            <a:noFill/>
            <a:ln>
              <a:noFill/>
            </a:ln>
          </p:spPr>
        </p:pic>
        <p:pic>
          <p:nvPicPr>
            <p:cNvPr id="224" name="Google Shape;224;p17"/>
            <p:cNvPicPr preferRelativeResize="0"/>
            <p:nvPr/>
          </p:nvPicPr>
          <p:blipFill rotWithShape="1">
            <a:blip r:embed="rId44">
              <a:alphaModFix/>
            </a:blip>
            <a:srcRect b="0" l="0" r="0" t="0"/>
            <a:stretch/>
          </p:blipFill>
          <p:spPr>
            <a:xfrm>
              <a:off x="5692140" y="3657600"/>
              <a:ext cx="324612" cy="580644"/>
            </a:xfrm>
            <a:prstGeom prst="rect">
              <a:avLst/>
            </a:prstGeom>
            <a:noFill/>
            <a:ln>
              <a:noFill/>
            </a:ln>
          </p:spPr>
        </p:pic>
        <p:pic>
          <p:nvPicPr>
            <p:cNvPr id="225" name="Google Shape;225;p17"/>
            <p:cNvPicPr preferRelativeResize="0"/>
            <p:nvPr/>
          </p:nvPicPr>
          <p:blipFill rotWithShape="1">
            <a:blip r:embed="rId45">
              <a:alphaModFix/>
            </a:blip>
            <a:srcRect b="0" l="0" r="0" t="0"/>
            <a:stretch/>
          </p:blipFill>
          <p:spPr>
            <a:xfrm>
              <a:off x="5609843" y="3698748"/>
              <a:ext cx="557784" cy="571500"/>
            </a:xfrm>
            <a:prstGeom prst="rect">
              <a:avLst/>
            </a:prstGeom>
            <a:noFill/>
            <a:ln>
              <a:noFill/>
            </a:ln>
          </p:spPr>
        </p:pic>
        <p:pic>
          <p:nvPicPr>
            <p:cNvPr id="226" name="Google Shape;226;p17"/>
            <p:cNvPicPr preferRelativeResize="0"/>
            <p:nvPr/>
          </p:nvPicPr>
          <p:blipFill rotWithShape="1">
            <a:blip r:embed="rId46">
              <a:alphaModFix/>
            </a:blip>
            <a:srcRect b="0" l="0" r="0" t="0"/>
            <a:stretch/>
          </p:blipFill>
          <p:spPr>
            <a:xfrm>
              <a:off x="5916167" y="3657600"/>
              <a:ext cx="324612" cy="580644"/>
            </a:xfrm>
            <a:prstGeom prst="rect">
              <a:avLst/>
            </a:prstGeom>
            <a:noFill/>
            <a:ln>
              <a:noFill/>
            </a:ln>
          </p:spPr>
        </p:pic>
        <p:pic>
          <p:nvPicPr>
            <p:cNvPr id="227" name="Google Shape;227;p17"/>
            <p:cNvPicPr preferRelativeResize="0"/>
            <p:nvPr/>
          </p:nvPicPr>
          <p:blipFill rotWithShape="1">
            <a:blip r:embed="rId47">
              <a:alphaModFix/>
            </a:blip>
            <a:srcRect b="0" l="0" r="0" t="0"/>
            <a:stretch/>
          </p:blipFill>
          <p:spPr>
            <a:xfrm>
              <a:off x="5833872" y="3698748"/>
              <a:ext cx="557784" cy="571500"/>
            </a:xfrm>
            <a:prstGeom prst="rect">
              <a:avLst/>
            </a:prstGeom>
            <a:noFill/>
            <a:ln>
              <a:noFill/>
            </a:ln>
          </p:spPr>
        </p:pic>
        <p:pic>
          <p:nvPicPr>
            <p:cNvPr id="228" name="Google Shape;228;p17"/>
            <p:cNvPicPr preferRelativeResize="0"/>
            <p:nvPr/>
          </p:nvPicPr>
          <p:blipFill rotWithShape="1">
            <a:blip r:embed="rId48">
              <a:alphaModFix/>
            </a:blip>
            <a:srcRect b="0" l="0" r="0" t="0"/>
            <a:stretch/>
          </p:blipFill>
          <p:spPr>
            <a:xfrm>
              <a:off x="6140196" y="3657600"/>
              <a:ext cx="329184" cy="580644"/>
            </a:xfrm>
            <a:prstGeom prst="rect">
              <a:avLst/>
            </a:prstGeom>
            <a:noFill/>
            <a:ln>
              <a:noFill/>
            </a:ln>
          </p:spPr>
        </p:pic>
        <p:pic>
          <p:nvPicPr>
            <p:cNvPr id="229" name="Google Shape;229;p17"/>
            <p:cNvPicPr preferRelativeResize="0"/>
            <p:nvPr/>
          </p:nvPicPr>
          <p:blipFill rotWithShape="1">
            <a:blip r:embed="rId49">
              <a:alphaModFix/>
            </a:blip>
            <a:srcRect b="0" l="0" r="0" t="0"/>
            <a:stretch/>
          </p:blipFill>
          <p:spPr>
            <a:xfrm>
              <a:off x="6057899" y="3698748"/>
              <a:ext cx="557783" cy="571500"/>
            </a:xfrm>
            <a:prstGeom prst="rect">
              <a:avLst/>
            </a:prstGeom>
            <a:noFill/>
            <a:ln>
              <a:noFill/>
            </a:ln>
          </p:spPr>
        </p:pic>
        <p:pic>
          <p:nvPicPr>
            <p:cNvPr id="230" name="Google Shape;230;p17"/>
            <p:cNvPicPr preferRelativeResize="0"/>
            <p:nvPr/>
          </p:nvPicPr>
          <p:blipFill rotWithShape="1">
            <a:blip r:embed="rId50">
              <a:alphaModFix/>
            </a:blip>
            <a:srcRect b="0" l="0" r="0" t="0"/>
            <a:stretch/>
          </p:blipFill>
          <p:spPr>
            <a:xfrm>
              <a:off x="6368796" y="3657600"/>
              <a:ext cx="324611" cy="580644"/>
            </a:xfrm>
            <a:prstGeom prst="rect">
              <a:avLst/>
            </a:prstGeom>
            <a:noFill/>
            <a:ln>
              <a:noFill/>
            </a:ln>
          </p:spPr>
        </p:pic>
        <p:pic>
          <p:nvPicPr>
            <p:cNvPr id="231" name="Google Shape;231;p17"/>
            <p:cNvPicPr preferRelativeResize="0"/>
            <p:nvPr/>
          </p:nvPicPr>
          <p:blipFill rotWithShape="1">
            <a:blip r:embed="rId51">
              <a:alphaModFix/>
            </a:blip>
            <a:srcRect b="0" l="0" r="0" t="0"/>
            <a:stretch/>
          </p:blipFill>
          <p:spPr>
            <a:xfrm>
              <a:off x="6281928" y="3698748"/>
              <a:ext cx="557783" cy="571500"/>
            </a:xfrm>
            <a:prstGeom prst="rect">
              <a:avLst/>
            </a:prstGeom>
            <a:noFill/>
            <a:ln>
              <a:noFill/>
            </a:ln>
          </p:spPr>
        </p:pic>
        <p:pic>
          <p:nvPicPr>
            <p:cNvPr id="232" name="Google Shape;232;p17"/>
            <p:cNvPicPr preferRelativeResize="0"/>
            <p:nvPr/>
          </p:nvPicPr>
          <p:blipFill rotWithShape="1">
            <a:blip r:embed="rId52">
              <a:alphaModFix/>
            </a:blip>
            <a:srcRect b="0" l="0" r="0" t="0"/>
            <a:stretch/>
          </p:blipFill>
          <p:spPr>
            <a:xfrm>
              <a:off x="6592823" y="3657600"/>
              <a:ext cx="324611" cy="580644"/>
            </a:xfrm>
            <a:prstGeom prst="rect">
              <a:avLst/>
            </a:prstGeom>
            <a:noFill/>
            <a:ln>
              <a:noFill/>
            </a:ln>
          </p:spPr>
        </p:pic>
        <p:pic>
          <p:nvPicPr>
            <p:cNvPr id="233" name="Google Shape;233;p17"/>
            <p:cNvPicPr preferRelativeResize="0"/>
            <p:nvPr/>
          </p:nvPicPr>
          <p:blipFill rotWithShape="1">
            <a:blip r:embed="rId53">
              <a:alphaModFix/>
            </a:blip>
            <a:srcRect b="0" l="0" r="0" t="0"/>
            <a:stretch/>
          </p:blipFill>
          <p:spPr>
            <a:xfrm>
              <a:off x="6510528" y="3698748"/>
              <a:ext cx="557783" cy="571500"/>
            </a:xfrm>
            <a:prstGeom prst="rect">
              <a:avLst/>
            </a:prstGeom>
            <a:noFill/>
            <a:ln>
              <a:noFill/>
            </a:ln>
          </p:spPr>
        </p:pic>
        <p:pic>
          <p:nvPicPr>
            <p:cNvPr id="234" name="Google Shape;234;p17"/>
            <p:cNvPicPr preferRelativeResize="0"/>
            <p:nvPr/>
          </p:nvPicPr>
          <p:blipFill rotWithShape="1">
            <a:blip r:embed="rId54">
              <a:alphaModFix/>
            </a:blip>
            <a:srcRect b="0" l="0" r="0" t="0"/>
            <a:stretch/>
          </p:blipFill>
          <p:spPr>
            <a:xfrm>
              <a:off x="6816852" y="3657600"/>
              <a:ext cx="324611" cy="580644"/>
            </a:xfrm>
            <a:prstGeom prst="rect">
              <a:avLst/>
            </a:prstGeom>
            <a:noFill/>
            <a:ln>
              <a:noFill/>
            </a:ln>
          </p:spPr>
        </p:pic>
        <p:pic>
          <p:nvPicPr>
            <p:cNvPr id="235" name="Google Shape;235;p17"/>
            <p:cNvPicPr preferRelativeResize="0"/>
            <p:nvPr/>
          </p:nvPicPr>
          <p:blipFill rotWithShape="1">
            <a:blip r:embed="rId55">
              <a:alphaModFix/>
            </a:blip>
            <a:srcRect b="0" l="0" r="0" t="0"/>
            <a:stretch/>
          </p:blipFill>
          <p:spPr>
            <a:xfrm>
              <a:off x="6734555" y="3698748"/>
              <a:ext cx="557783" cy="571500"/>
            </a:xfrm>
            <a:prstGeom prst="rect">
              <a:avLst/>
            </a:prstGeom>
            <a:noFill/>
            <a:ln>
              <a:noFill/>
            </a:ln>
          </p:spPr>
        </p:pic>
        <p:pic>
          <p:nvPicPr>
            <p:cNvPr id="236" name="Google Shape;236;p17"/>
            <p:cNvPicPr preferRelativeResize="0"/>
            <p:nvPr/>
          </p:nvPicPr>
          <p:blipFill rotWithShape="1">
            <a:blip r:embed="rId56">
              <a:alphaModFix/>
            </a:blip>
            <a:srcRect b="0" l="0" r="0" t="0"/>
            <a:stretch/>
          </p:blipFill>
          <p:spPr>
            <a:xfrm>
              <a:off x="7040880" y="3657600"/>
              <a:ext cx="329183" cy="580644"/>
            </a:xfrm>
            <a:prstGeom prst="rect">
              <a:avLst/>
            </a:prstGeom>
            <a:noFill/>
            <a:ln>
              <a:noFill/>
            </a:ln>
          </p:spPr>
        </p:pic>
        <p:pic>
          <p:nvPicPr>
            <p:cNvPr id="237" name="Google Shape;237;p17"/>
            <p:cNvPicPr preferRelativeResize="0"/>
            <p:nvPr/>
          </p:nvPicPr>
          <p:blipFill rotWithShape="1">
            <a:blip r:embed="rId57">
              <a:alphaModFix/>
            </a:blip>
            <a:srcRect b="0" l="0" r="0" t="0"/>
            <a:stretch/>
          </p:blipFill>
          <p:spPr>
            <a:xfrm>
              <a:off x="6958584" y="3698748"/>
              <a:ext cx="557783" cy="571500"/>
            </a:xfrm>
            <a:prstGeom prst="rect">
              <a:avLst/>
            </a:prstGeom>
            <a:noFill/>
            <a:ln>
              <a:noFill/>
            </a:ln>
          </p:spPr>
        </p:pic>
        <p:pic>
          <p:nvPicPr>
            <p:cNvPr id="238" name="Google Shape;238;p17"/>
            <p:cNvPicPr preferRelativeResize="0"/>
            <p:nvPr/>
          </p:nvPicPr>
          <p:blipFill rotWithShape="1">
            <a:blip r:embed="rId58">
              <a:alphaModFix/>
            </a:blip>
            <a:srcRect b="0" l="0" r="0" t="0"/>
            <a:stretch/>
          </p:blipFill>
          <p:spPr>
            <a:xfrm>
              <a:off x="7264908" y="3657600"/>
              <a:ext cx="329183" cy="580644"/>
            </a:xfrm>
            <a:prstGeom prst="rect">
              <a:avLst/>
            </a:prstGeom>
            <a:noFill/>
            <a:ln>
              <a:noFill/>
            </a:ln>
          </p:spPr>
        </p:pic>
        <p:pic>
          <p:nvPicPr>
            <p:cNvPr id="239" name="Google Shape;239;p17"/>
            <p:cNvPicPr preferRelativeResize="0"/>
            <p:nvPr/>
          </p:nvPicPr>
          <p:blipFill rotWithShape="1">
            <a:blip r:embed="rId59">
              <a:alphaModFix/>
            </a:blip>
            <a:srcRect b="0" l="0" r="0" t="0"/>
            <a:stretch/>
          </p:blipFill>
          <p:spPr>
            <a:xfrm>
              <a:off x="7182611" y="3698748"/>
              <a:ext cx="557783" cy="571500"/>
            </a:xfrm>
            <a:prstGeom prst="rect">
              <a:avLst/>
            </a:prstGeom>
            <a:noFill/>
            <a:ln>
              <a:noFill/>
            </a:ln>
          </p:spPr>
        </p:pic>
        <p:pic>
          <p:nvPicPr>
            <p:cNvPr id="240" name="Google Shape;240;p17"/>
            <p:cNvPicPr preferRelativeResize="0"/>
            <p:nvPr/>
          </p:nvPicPr>
          <p:blipFill rotWithShape="1">
            <a:blip r:embed="rId60">
              <a:alphaModFix/>
            </a:blip>
            <a:srcRect b="0" l="0" r="0" t="0"/>
            <a:stretch/>
          </p:blipFill>
          <p:spPr>
            <a:xfrm>
              <a:off x="7493508" y="3657600"/>
              <a:ext cx="324611" cy="580644"/>
            </a:xfrm>
            <a:prstGeom prst="rect">
              <a:avLst/>
            </a:prstGeom>
            <a:noFill/>
            <a:ln>
              <a:noFill/>
            </a:ln>
          </p:spPr>
        </p:pic>
        <p:pic>
          <p:nvPicPr>
            <p:cNvPr id="241" name="Google Shape;241;p17"/>
            <p:cNvPicPr preferRelativeResize="0"/>
            <p:nvPr/>
          </p:nvPicPr>
          <p:blipFill rotWithShape="1">
            <a:blip r:embed="rId61">
              <a:alphaModFix/>
            </a:blip>
            <a:srcRect b="0" l="0" r="0" t="0"/>
            <a:stretch/>
          </p:blipFill>
          <p:spPr>
            <a:xfrm>
              <a:off x="7406640" y="3698748"/>
              <a:ext cx="557783" cy="571500"/>
            </a:xfrm>
            <a:prstGeom prst="rect">
              <a:avLst/>
            </a:prstGeom>
            <a:noFill/>
            <a:ln>
              <a:noFill/>
            </a:ln>
          </p:spPr>
        </p:pic>
        <p:pic>
          <p:nvPicPr>
            <p:cNvPr id="242" name="Google Shape;242;p17"/>
            <p:cNvPicPr preferRelativeResize="0"/>
            <p:nvPr/>
          </p:nvPicPr>
          <p:blipFill rotWithShape="1">
            <a:blip r:embed="rId62">
              <a:alphaModFix/>
            </a:blip>
            <a:srcRect b="0" l="0" r="0" t="0"/>
            <a:stretch/>
          </p:blipFill>
          <p:spPr>
            <a:xfrm>
              <a:off x="7717536" y="3657600"/>
              <a:ext cx="324611" cy="580644"/>
            </a:xfrm>
            <a:prstGeom prst="rect">
              <a:avLst/>
            </a:prstGeom>
            <a:noFill/>
            <a:ln>
              <a:noFill/>
            </a:ln>
          </p:spPr>
        </p:pic>
        <p:pic>
          <p:nvPicPr>
            <p:cNvPr id="243" name="Google Shape;243;p17"/>
            <p:cNvPicPr preferRelativeResize="0"/>
            <p:nvPr/>
          </p:nvPicPr>
          <p:blipFill rotWithShape="1">
            <a:blip r:embed="rId63">
              <a:alphaModFix/>
            </a:blip>
            <a:srcRect b="0" l="0" r="0" t="0"/>
            <a:stretch/>
          </p:blipFill>
          <p:spPr>
            <a:xfrm>
              <a:off x="7635240" y="3698748"/>
              <a:ext cx="557783" cy="571500"/>
            </a:xfrm>
            <a:prstGeom prst="rect">
              <a:avLst/>
            </a:prstGeom>
            <a:noFill/>
            <a:ln>
              <a:noFill/>
            </a:ln>
          </p:spPr>
        </p:pic>
        <p:pic>
          <p:nvPicPr>
            <p:cNvPr id="244" name="Google Shape;244;p17"/>
            <p:cNvPicPr preferRelativeResize="0"/>
            <p:nvPr/>
          </p:nvPicPr>
          <p:blipFill rotWithShape="1">
            <a:blip r:embed="rId64">
              <a:alphaModFix/>
            </a:blip>
            <a:srcRect b="0" l="0" r="0" t="0"/>
            <a:stretch/>
          </p:blipFill>
          <p:spPr>
            <a:xfrm>
              <a:off x="7941563" y="3657600"/>
              <a:ext cx="324611" cy="580644"/>
            </a:xfrm>
            <a:prstGeom prst="rect">
              <a:avLst/>
            </a:prstGeom>
            <a:noFill/>
            <a:ln>
              <a:noFill/>
            </a:ln>
          </p:spPr>
        </p:pic>
        <p:pic>
          <p:nvPicPr>
            <p:cNvPr id="245" name="Google Shape;245;p17"/>
            <p:cNvPicPr preferRelativeResize="0"/>
            <p:nvPr/>
          </p:nvPicPr>
          <p:blipFill rotWithShape="1">
            <a:blip r:embed="rId65">
              <a:alphaModFix/>
            </a:blip>
            <a:srcRect b="0" l="0" r="0" t="0"/>
            <a:stretch/>
          </p:blipFill>
          <p:spPr>
            <a:xfrm>
              <a:off x="7859267" y="3698748"/>
              <a:ext cx="557783" cy="571500"/>
            </a:xfrm>
            <a:prstGeom prst="rect">
              <a:avLst/>
            </a:prstGeom>
            <a:noFill/>
            <a:ln>
              <a:noFill/>
            </a:ln>
          </p:spPr>
        </p:pic>
      </p:grpSp>
      <p:graphicFrame>
        <p:nvGraphicFramePr>
          <p:cNvPr id="246" name="Google Shape;246;p17"/>
          <p:cNvGraphicFramePr/>
          <p:nvPr/>
        </p:nvGraphicFramePr>
        <p:xfrm>
          <a:off x="1461833" y="3681539"/>
          <a:ext cx="3000000" cy="3000000"/>
        </p:xfrm>
        <a:graphic>
          <a:graphicData uri="http://schemas.openxmlformats.org/drawingml/2006/table">
            <a:tbl>
              <a:tblPr bandRow="1" firstRow="1">
                <a:noFill/>
                <a:tableStyleId>{4E501826-8B68-497C-9E6C-C25F770EEAD1}</a:tableStyleId>
              </a:tblPr>
              <a:tblGrid>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tblGrid>
              <a:tr h="480050">
                <a:tc>
                  <a:txBody>
                    <a:bodyPr/>
                    <a:lstStyle/>
                    <a:p>
                      <a:pPr indent="0" lvl="0" marL="49530" marR="0" rtl="0" algn="l">
                        <a:lnSpc>
                          <a:spcPct val="100000"/>
                        </a:lnSpc>
                        <a:spcBef>
                          <a:spcPts val="0"/>
                        </a:spcBef>
                        <a:spcAft>
                          <a:spcPts val="0"/>
                        </a:spcAft>
                        <a:buClr>
                          <a:srgbClr val="000000"/>
                        </a:buClr>
                        <a:buSzPts val="1800"/>
                        <a:buFont typeface="Arial"/>
                        <a:buNone/>
                      </a:pPr>
                      <a:r>
                        <a:rPr lang="en-US" sz="1800" u="none" cap="none" strike="noStrike">
                          <a:solidFill>
                            <a:srgbClr val="FF9933"/>
                          </a:solidFill>
                          <a:latin typeface="Arial"/>
                          <a:ea typeface="Arial"/>
                          <a:cs typeface="Arial"/>
                          <a:sym typeface="Arial"/>
                        </a:rPr>
                        <a:t>1</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49530" marR="0" rtl="0" algn="l">
                        <a:lnSpc>
                          <a:spcPct val="100000"/>
                        </a:lnSpc>
                        <a:spcBef>
                          <a:spcPts val="0"/>
                        </a:spcBef>
                        <a:spcAft>
                          <a:spcPts val="0"/>
                        </a:spcAft>
                        <a:buClr>
                          <a:srgbClr val="000000"/>
                        </a:buClr>
                        <a:buSzPts val="1800"/>
                        <a:buFont typeface="Arial"/>
                        <a:buNone/>
                      </a:pPr>
                      <a:r>
                        <a:rPr lang="en-US" sz="1800" u="none" cap="none" strike="noStrike">
                          <a:solidFill>
                            <a:srgbClr val="FF9933"/>
                          </a:solidFill>
                          <a:latin typeface="Arial"/>
                          <a:ea typeface="Arial"/>
                          <a:cs typeface="Arial"/>
                          <a:sym typeface="Arial"/>
                        </a:rPr>
                        <a:t>2</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165" marR="0" rtl="0" algn="l">
                        <a:lnSpc>
                          <a:spcPct val="100000"/>
                        </a:lnSpc>
                        <a:spcBef>
                          <a:spcPts val="0"/>
                        </a:spcBef>
                        <a:spcAft>
                          <a:spcPts val="0"/>
                        </a:spcAft>
                        <a:buClr>
                          <a:srgbClr val="000000"/>
                        </a:buClr>
                        <a:buSzPts val="1800"/>
                        <a:buFont typeface="Arial"/>
                        <a:buNone/>
                      </a:pPr>
                      <a:r>
                        <a:rPr lang="en-US" sz="1800" u="none" cap="none" strike="noStrike">
                          <a:solidFill>
                            <a:srgbClr val="FF9933"/>
                          </a:solidFill>
                          <a:latin typeface="Arial"/>
                          <a:ea typeface="Arial"/>
                          <a:cs typeface="Arial"/>
                          <a:sym typeface="Arial"/>
                        </a:rPr>
                        <a:t>3</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49530" marR="0" rtl="0" algn="l">
                        <a:lnSpc>
                          <a:spcPct val="100000"/>
                        </a:lnSpc>
                        <a:spcBef>
                          <a:spcPts val="0"/>
                        </a:spcBef>
                        <a:spcAft>
                          <a:spcPts val="0"/>
                        </a:spcAft>
                        <a:buClr>
                          <a:srgbClr val="000000"/>
                        </a:buClr>
                        <a:buSzPts val="1800"/>
                        <a:buFont typeface="Arial"/>
                        <a:buNone/>
                      </a:pPr>
                      <a:r>
                        <a:rPr lang="en-US" sz="1800" u="none" cap="none" strike="noStrike">
                          <a:solidFill>
                            <a:srgbClr val="FF9933"/>
                          </a:solidFill>
                          <a:latin typeface="Arial"/>
                          <a:ea typeface="Arial"/>
                          <a:cs typeface="Arial"/>
                          <a:sym typeface="Arial"/>
                        </a:rPr>
                        <a:t>4</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165" marR="0" rtl="0" algn="l">
                        <a:lnSpc>
                          <a:spcPct val="100000"/>
                        </a:lnSpc>
                        <a:spcBef>
                          <a:spcPts val="0"/>
                        </a:spcBef>
                        <a:spcAft>
                          <a:spcPts val="0"/>
                        </a:spcAft>
                        <a:buClr>
                          <a:srgbClr val="000000"/>
                        </a:buClr>
                        <a:buSzPts val="1800"/>
                        <a:buFont typeface="Arial"/>
                        <a:buNone/>
                      </a:pPr>
                      <a:r>
                        <a:rPr lang="en-US" sz="1800" u="none" cap="none" strike="noStrike">
                          <a:solidFill>
                            <a:srgbClr val="FF9933"/>
                          </a:solidFill>
                          <a:latin typeface="Arial"/>
                          <a:ea typeface="Arial"/>
                          <a:cs typeface="Arial"/>
                          <a:sym typeface="Arial"/>
                        </a:rPr>
                        <a:t>5</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165" marR="0" rtl="0" algn="l">
                        <a:lnSpc>
                          <a:spcPct val="100000"/>
                        </a:lnSpc>
                        <a:spcBef>
                          <a:spcPts val="0"/>
                        </a:spcBef>
                        <a:spcAft>
                          <a:spcPts val="0"/>
                        </a:spcAft>
                        <a:buClr>
                          <a:srgbClr val="000000"/>
                        </a:buClr>
                        <a:buSzPts val="1800"/>
                        <a:buFont typeface="Arial"/>
                        <a:buNone/>
                      </a:pPr>
                      <a:r>
                        <a:rPr lang="en-US" sz="1800" u="none" cap="none" strike="noStrike">
                          <a:solidFill>
                            <a:srgbClr val="FF9933"/>
                          </a:solidFill>
                          <a:latin typeface="Arial"/>
                          <a:ea typeface="Arial"/>
                          <a:cs typeface="Arial"/>
                          <a:sym typeface="Arial"/>
                        </a:rPr>
                        <a:t>6</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165" marR="0" rtl="0" algn="l">
                        <a:lnSpc>
                          <a:spcPct val="100000"/>
                        </a:lnSpc>
                        <a:spcBef>
                          <a:spcPts val="0"/>
                        </a:spcBef>
                        <a:spcAft>
                          <a:spcPts val="0"/>
                        </a:spcAft>
                        <a:buClr>
                          <a:srgbClr val="000000"/>
                        </a:buClr>
                        <a:buSzPts val="1800"/>
                        <a:buFont typeface="Arial"/>
                        <a:buNone/>
                      </a:pPr>
                      <a:r>
                        <a:rPr lang="en-US" sz="1800" u="none" cap="none" strike="noStrike">
                          <a:solidFill>
                            <a:srgbClr val="FF9933"/>
                          </a:solidFill>
                          <a:latin typeface="Arial"/>
                          <a:ea typeface="Arial"/>
                          <a:cs typeface="Arial"/>
                          <a:sym typeface="Arial"/>
                        </a:rPr>
                        <a:t>7</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165"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0</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165"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1</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800"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2</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800"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3</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800"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4</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800"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5</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800"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6</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0800" marR="0" rtl="0" algn="l">
                        <a:lnSpc>
                          <a:spcPct val="100000"/>
                        </a:lnSpc>
                        <a:spcBef>
                          <a:spcPts val="0"/>
                        </a:spcBef>
                        <a:spcAft>
                          <a:spcPts val="0"/>
                        </a:spcAft>
                        <a:buClr>
                          <a:srgbClr val="000000"/>
                        </a:buClr>
                        <a:buSzPts val="1800"/>
                        <a:buFont typeface="Arial"/>
                        <a:buNone/>
                      </a:pPr>
                      <a:r>
                        <a:rPr lang="en-US" sz="1800" u="none" cap="none" strike="noStrike">
                          <a:solidFill>
                            <a:srgbClr val="62C7C7"/>
                          </a:solidFill>
                          <a:latin typeface="Arial"/>
                          <a:ea typeface="Arial"/>
                          <a:cs typeface="Arial"/>
                          <a:sym typeface="Arial"/>
                        </a:rPr>
                        <a:t>7</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0</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1</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2</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3</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4</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1435"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5</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6</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Clr>
                          <a:srgbClr val="000000"/>
                        </a:buClr>
                        <a:buSzPts val="1800"/>
                        <a:buFont typeface="Arial"/>
                        <a:buNone/>
                      </a:pPr>
                      <a:r>
                        <a:rPr lang="en-US" sz="1800" u="none" cap="none" strike="noStrike">
                          <a:solidFill>
                            <a:srgbClr val="6F2F9F"/>
                          </a:solidFill>
                          <a:latin typeface="Arial"/>
                          <a:ea typeface="Arial"/>
                          <a:cs typeface="Arial"/>
                          <a:sym typeface="Arial"/>
                        </a:rPr>
                        <a:t>7</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Arial"/>
                          <a:ea typeface="Arial"/>
                          <a:cs typeface="Arial"/>
                          <a:sym typeface="Arial"/>
                        </a:rPr>
                        <a:t>0</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Arial"/>
                          <a:ea typeface="Arial"/>
                          <a:cs typeface="Arial"/>
                          <a:sym typeface="Arial"/>
                        </a:rPr>
                        <a:t>1</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Arial"/>
                          <a:ea typeface="Arial"/>
                          <a:cs typeface="Arial"/>
                          <a:sym typeface="Arial"/>
                        </a:rPr>
                        <a:t>2</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705"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Arial"/>
                          <a:ea typeface="Arial"/>
                          <a:cs typeface="Arial"/>
                          <a:sym typeface="Arial"/>
                        </a:rPr>
                        <a:t>3</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705"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Arial"/>
                          <a:ea typeface="Arial"/>
                          <a:cs typeface="Arial"/>
                          <a:sym typeface="Arial"/>
                        </a:rPr>
                        <a:t>4</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705"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Arial"/>
                          <a:ea typeface="Arial"/>
                          <a:cs typeface="Arial"/>
                          <a:sym typeface="Arial"/>
                        </a:rPr>
                        <a:t>5</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c>
                  <a:txBody>
                    <a:bodyPr/>
                    <a:lstStyle/>
                    <a:p>
                      <a:pPr indent="0" lvl="0" marL="52705"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Arial"/>
                          <a:ea typeface="Arial"/>
                          <a:cs typeface="Arial"/>
                          <a:sym typeface="Arial"/>
                        </a:rPr>
                        <a:t>6</a:t>
                      </a:r>
                      <a:endParaRPr sz="1800" u="none" cap="none" strike="noStrike">
                        <a:latin typeface="Arial"/>
                        <a:ea typeface="Arial"/>
                        <a:cs typeface="Arial"/>
                        <a:sym typeface="Arial"/>
                      </a:endParaRPr>
                    </a:p>
                  </a:txBody>
                  <a:tcPr marT="100975" marB="0" marR="0" marL="0">
                    <a:lnL cap="flat" cmpd="sng" w="9525">
                      <a:solidFill>
                        <a:srgbClr val="88AC00"/>
                      </a:solidFill>
                      <a:prstDash val="solid"/>
                      <a:round/>
                      <a:headEnd len="sm" w="sm" type="none"/>
                      <a:tailEnd len="sm" w="sm" type="none"/>
                    </a:lnL>
                    <a:lnR cap="flat" cmpd="sng" w="9525">
                      <a:solidFill>
                        <a:srgbClr val="88AC00"/>
                      </a:solidFill>
                      <a:prstDash val="solid"/>
                      <a:round/>
                      <a:headEnd len="sm" w="sm" type="none"/>
                      <a:tailEnd len="sm" w="sm" type="none"/>
                    </a:lnR>
                    <a:lnT cap="flat" cmpd="sng" w="9525">
                      <a:solidFill>
                        <a:srgbClr val="88AC00"/>
                      </a:solidFill>
                      <a:prstDash val="solid"/>
                      <a:round/>
                      <a:headEnd len="sm" w="sm" type="none"/>
                      <a:tailEnd len="sm" w="sm" type="none"/>
                    </a:lnT>
                    <a:lnB cap="flat" cmpd="sng" w="9525">
                      <a:solidFill>
                        <a:srgbClr val="88AC00"/>
                      </a:solidFill>
                      <a:prstDash val="solid"/>
                      <a:round/>
                      <a:headEnd len="sm" w="sm" type="none"/>
                      <a:tailEnd len="sm" w="sm" type="none"/>
                    </a:lnB>
                  </a:tcPr>
                </a:tc>
              </a:tr>
            </a:tbl>
          </a:graphicData>
        </a:graphic>
      </p:graphicFrame>
      <p:sp>
        <p:nvSpPr>
          <p:cNvPr id="247" name="Google Shape;247;p17"/>
          <p:cNvSpPr txBox="1"/>
          <p:nvPr>
            <p:ph type="title"/>
          </p:nvPr>
        </p:nvSpPr>
        <p:spPr>
          <a:xfrm>
            <a:off x="2144648" y="-81584"/>
            <a:ext cx="6737350"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a:t>Indexing Arrays with Blocks and Threads</a:t>
            </a:r>
            <a:endParaRPr/>
          </a:p>
        </p:txBody>
      </p:sp>
      <p:sp>
        <p:nvSpPr>
          <p:cNvPr id="248" name="Google Shape;248;p17"/>
          <p:cNvSpPr txBox="1"/>
          <p:nvPr/>
        </p:nvSpPr>
        <p:spPr>
          <a:xfrm>
            <a:off x="136956" y="1178509"/>
            <a:ext cx="8295005" cy="1532255"/>
          </a:xfrm>
          <a:prstGeom prst="rect">
            <a:avLst/>
          </a:prstGeom>
          <a:noFill/>
          <a:ln>
            <a:noFill/>
          </a:ln>
        </p:spPr>
        <p:txBody>
          <a:bodyPr anchorCtr="0" anchor="t" bIns="0" lIns="0" spcFirstLastPara="1" rIns="0" wrap="square" tIns="13950">
            <a:spAutoFit/>
          </a:bodyPr>
          <a:lstStyle/>
          <a:p>
            <a:pPr indent="-342900" lvl="0" marL="355600" marR="0" rtl="0" algn="l">
              <a:lnSpc>
                <a:spcPct val="118392"/>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No longer as simple as using </a:t>
            </a:r>
            <a:r>
              <a:rPr b="1" i="0" lang="en-US" sz="1800" u="none" cap="none" strike="noStrike">
                <a:solidFill>
                  <a:srgbClr val="2C2C89"/>
                </a:solidFill>
                <a:latin typeface="Courier New"/>
                <a:ea typeface="Courier New"/>
                <a:cs typeface="Courier New"/>
                <a:sym typeface="Courier New"/>
              </a:rPr>
              <a:t>blockIdx.x </a:t>
            </a:r>
            <a:r>
              <a:rPr b="0" i="0" lang="en-US" sz="2800" u="none" cap="none" strike="noStrike">
                <a:solidFill>
                  <a:srgbClr val="000000"/>
                </a:solidFill>
                <a:latin typeface="Arial"/>
                <a:ea typeface="Arial"/>
                <a:cs typeface="Arial"/>
                <a:sym typeface="Arial"/>
              </a:rPr>
              <a:t>and</a:t>
            </a:r>
            <a:endParaRPr b="0" i="0" sz="2800" u="none" cap="none" strike="noStrike">
              <a:solidFill>
                <a:srgbClr val="000000"/>
              </a:solidFill>
              <a:latin typeface="Arial"/>
              <a:ea typeface="Arial"/>
              <a:cs typeface="Arial"/>
              <a:sym typeface="Arial"/>
            </a:endParaRPr>
          </a:p>
          <a:p>
            <a:pPr indent="0" lvl="0" marL="355600" marR="0" rtl="0" algn="l">
              <a:lnSpc>
                <a:spcPct val="117499"/>
              </a:lnSpc>
              <a:spcBef>
                <a:spcPts val="0"/>
              </a:spcBef>
              <a:spcAft>
                <a:spcPts val="0"/>
              </a:spcAft>
              <a:buClr>
                <a:srgbClr val="000000"/>
              </a:buClr>
              <a:buSzPts val="1800"/>
              <a:buFont typeface="Arial"/>
              <a:buNone/>
            </a:pPr>
            <a:r>
              <a:rPr b="1" i="0" lang="en-US" sz="1800" u="none" cap="none" strike="noStrike">
                <a:solidFill>
                  <a:srgbClr val="2C2C89"/>
                </a:solidFill>
                <a:latin typeface="Courier New"/>
                <a:ea typeface="Courier New"/>
                <a:cs typeface="Courier New"/>
                <a:sym typeface="Courier New"/>
              </a:rPr>
              <a:t>threadIdx.x</a:t>
            </a:r>
            <a:endParaRPr b="0" i="0" sz="1800" u="none" cap="none" strike="noStrike">
              <a:solidFill>
                <a:srgbClr val="000000"/>
              </a:solidFill>
              <a:latin typeface="Courier New"/>
              <a:ea typeface="Courier New"/>
              <a:cs typeface="Courier New"/>
              <a:sym typeface="Courier New"/>
            </a:endParaRPr>
          </a:p>
          <a:p>
            <a:pPr indent="-288925" lvl="0" marL="758190" marR="5080" rtl="0" algn="l">
              <a:lnSpc>
                <a:spcPct val="100000"/>
              </a:lnSpc>
              <a:spcBef>
                <a:spcPts val="66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Consider indexing an array with one element per thread (8 threads/block)</a:t>
            </a:r>
            <a:endParaRPr b="0" i="0" sz="2400" u="none" cap="none" strike="noStrike">
              <a:solidFill>
                <a:srgbClr val="000000"/>
              </a:solidFill>
              <a:latin typeface="Arial"/>
              <a:ea typeface="Arial"/>
              <a:cs typeface="Arial"/>
              <a:sym typeface="Arial"/>
            </a:endParaRPr>
          </a:p>
        </p:txBody>
      </p:sp>
      <p:sp>
        <p:nvSpPr>
          <p:cNvPr id="249" name="Google Shape;249;p17"/>
          <p:cNvSpPr txBox="1"/>
          <p:nvPr/>
        </p:nvSpPr>
        <p:spPr>
          <a:xfrm>
            <a:off x="1454277" y="3329685"/>
            <a:ext cx="1366520" cy="26733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FF9933"/>
                </a:solidFill>
                <a:latin typeface="Courier New"/>
                <a:ea typeface="Courier New"/>
                <a:cs typeface="Courier New"/>
                <a:sym typeface="Courier New"/>
              </a:rPr>
              <a:t>threadIdx.x</a:t>
            </a:r>
            <a:endParaRPr b="0" i="0" sz="1550" u="none" cap="none" strike="noStrike">
              <a:solidFill>
                <a:srgbClr val="000000"/>
              </a:solidFill>
              <a:latin typeface="Courier New"/>
              <a:ea typeface="Courier New"/>
              <a:cs typeface="Courier New"/>
              <a:sym typeface="Courier New"/>
            </a:endParaRPr>
          </a:p>
        </p:txBody>
      </p:sp>
      <p:sp>
        <p:nvSpPr>
          <p:cNvPr id="250" name="Google Shape;250;p17"/>
          <p:cNvSpPr txBox="1"/>
          <p:nvPr/>
        </p:nvSpPr>
        <p:spPr>
          <a:xfrm>
            <a:off x="3255390" y="3322701"/>
            <a:ext cx="1366520" cy="26733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62C7C7"/>
                </a:solidFill>
                <a:latin typeface="Courier New"/>
                <a:ea typeface="Courier New"/>
                <a:cs typeface="Courier New"/>
                <a:sym typeface="Courier New"/>
              </a:rPr>
              <a:t>threadIdx.x</a:t>
            </a:r>
            <a:endParaRPr b="0" i="0" sz="1550" u="none" cap="none" strike="noStrike">
              <a:solidFill>
                <a:srgbClr val="000000"/>
              </a:solidFill>
              <a:latin typeface="Courier New"/>
              <a:ea typeface="Courier New"/>
              <a:cs typeface="Courier New"/>
              <a:sym typeface="Courier New"/>
            </a:endParaRPr>
          </a:p>
        </p:txBody>
      </p:sp>
      <p:sp>
        <p:nvSpPr>
          <p:cNvPr id="251" name="Google Shape;251;p17"/>
          <p:cNvSpPr txBox="1"/>
          <p:nvPr/>
        </p:nvSpPr>
        <p:spPr>
          <a:xfrm>
            <a:off x="5056759" y="3329685"/>
            <a:ext cx="1368425" cy="26733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6F2F9F"/>
                </a:solidFill>
                <a:latin typeface="Courier New"/>
                <a:ea typeface="Courier New"/>
                <a:cs typeface="Courier New"/>
                <a:sym typeface="Courier New"/>
              </a:rPr>
              <a:t>threadIdx.x</a:t>
            </a:r>
            <a:endParaRPr b="0" i="0" sz="1550" u="none" cap="none" strike="noStrike">
              <a:solidFill>
                <a:srgbClr val="000000"/>
              </a:solidFill>
              <a:latin typeface="Courier New"/>
              <a:ea typeface="Courier New"/>
              <a:cs typeface="Courier New"/>
              <a:sym typeface="Courier New"/>
            </a:endParaRPr>
          </a:p>
        </p:txBody>
      </p:sp>
      <p:sp>
        <p:nvSpPr>
          <p:cNvPr id="252" name="Google Shape;252;p17"/>
          <p:cNvSpPr txBox="1"/>
          <p:nvPr/>
        </p:nvSpPr>
        <p:spPr>
          <a:xfrm>
            <a:off x="6857745" y="3322701"/>
            <a:ext cx="1366520" cy="26733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C00000"/>
                </a:solidFill>
                <a:latin typeface="Courier New"/>
                <a:ea typeface="Courier New"/>
                <a:cs typeface="Courier New"/>
                <a:sym typeface="Courier New"/>
              </a:rPr>
              <a:t>threadIdx.x</a:t>
            </a:r>
            <a:endParaRPr b="0" i="0" sz="1550" u="none" cap="none" strike="noStrike">
              <a:solidFill>
                <a:srgbClr val="000000"/>
              </a:solidFill>
              <a:latin typeface="Courier New"/>
              <a:ea typeface="Courier New"/>
              <a:cs typeface="Courier New"/>
              <a:sym typeface="Courier New"/>
            </a:endParaRPr>
          </a:p>
        </p:txBody>
      </p:sp>
      <p:grpSp>
        <p:nvGrpSpPr>
          <p:cNvPr id="253" name="Google Shape;253;p17"/>
          <p:cNvGrpSpPr/>
          <p:nvPr/>
        </p:nvGrpSpPr>
        <p:grpSpPr>
          <a:xfrm>
            <a:off x="1241628" y="4186935"/>
            <a:ext cx="7200823" cy="225425"/>
            <a:chOff x="1241628" y="4186935"/>
            <a:chExt cx="7200823" cy="225425"/>
          </a:xfrm>
        </p:grpSpPr>
        <p:sp>
          <p:nvSpPr>
            <p:cNvPr id="254" name="Google Shape;254;p17"/>
            <p:cNvSpPr/>
            <p:nvPr/>
          </p:nvSpPr>
          <p:spPr>
            <a:xfrm>
              <a:off x="1241628" y="4186935"/>
              <a:ext cx="1800225" cy="225425"/>
            </a:xfrm>
            <a:custGeom>
              <a:rect b="b" l="l" r="r" t="t"/>
              <a:pathLst>
                <a:path extrusionOk="0" h="225425" w="1800225">
                  <a:moveTo>
                    <a:pt x="1800148" y="0"/>
                  </a:moveTo>
                  <a:lnTo>
                    <a:pt x="1793104" y="43781"/>
                  </a:lnTo>
                  <a:lnTo>
                    <a:pt x="1773891" y="79549"/>
                  </a:lnTo>
                  <a:lnTo>
                    <a:pt x="1745391" y="103673"/>
                  </a:lnTo>
                  <a:lnTo>
                    <a:pt x="1710486" y="112521"/>
                  </a:lnTo>
                  <a:lnTo>
                    <a:pt x="989888" y="112521"/>
                  </a:lnTo>
                  <a:lnTo>
                    <a:pt x="954910" y="121352"/>
                  </a:lnTo>
                  <a:lnTo>
                    <a:pt x="926372" y="145446"/>
                  </a:lnTo>
                  <a:lnTo>
                    <a:pt x="907146" y="181209"/>
                  </a:lnTo>
                  <a:lnTo>
                    <a:pt x="900099" y="225044"/>
                  </a:lnTo>
                  <a:lnTo>
                    <a:pt x="893053" y="181209"/>
                  </a:lnTo>
                  <a:lnTo>
                    <a:pt x="873826" y="145446"/>
                  </a:lnTo>
                  <a:lnTo>
                    <a:pt x="845289" y="121352"/>
                  </a:lnTo>
                  <a:lnTo>
                    <a:pt x="810310" y="112521"/>
                  </a:lnTo>
                  <a:lnTo>
                    <a:pt x="89712" y="112521"/>
                  </a:lnTo>
                  <a:lnTo>
                    <a:pt x="54799" y="103673"/>
                  </a:lnTo>
                  <a:lnTo>
                    <a:pt x="26282" y="79549"/>
                  </a:lnTo>
                  <a:lnTo>
                    <a:pt x="7052" y="43781"/>
                  </a:lnTo>
                  <a:lnTo>
                    <a:pt x="0" y="0"/>
                  </a:lnTo>
                </a:path>
              </a:pathLst>
            </a:custGeom>
            <a:noFill/>
            <a:ln cap="flat" cmpd="sng" w="9525">
              <a:solidFill>
                <a:srgbClr val="FF99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7"/>
            <p:cNvSpPr/>
            <p:nvPr/>
          </p:nvSpPr>
          <p:spPr>
            <a:xfrm>
              <a:off x="3041777" y="4186935"/>
              <a:ext cx="1800225" cy="225425"/>
            </a:xfrm>
            <a:custGeom>
              <a:rect b="b" l="l" r="r" t="t"/>
              <a:pathLst>
                <a:path extrusionOk="0" h="225425" w="1800225">
                  <a:moveTo>
                    <a:pt x="1800225" y="0"/>
                  </a:moveTo>
                  <a:lnTo>
                    <a:pt x="1793178" y="43781"/>
                  </a:lnTo>
                  <a:lnTo>
                    <a:pt x="1773951" y="79549"/>
                  </a:lnTo>
                  <a:lnTo>
                    <a:pt x="1745414" y="103673"/>
                  </a:lnTo>
                  <a:lnTo>
                    <a:pt x="1710436" y="112521"/>
                  </a:lnTo>
                  <a:lnTo>
                    <a:pt x="989964" y="112521"/>
                  </a:lnTo>
                  <a:lnTo>
                    <a:pt x="954986" y="121352"/>
                  </a:lnTo>
                  <a:lnTo>
                    <a:pt x="926449" y="145446"/>
                  </a:lnTo>
                  <a:lnTo>
                    <a:pt x="907222" y="181209"/>
                  </a:lnTo>
                  <a:lnTo>
                    <a:pt x="900176" y="225044"/>
                  </a:lnTo>
                  <a:lnTo>
                    <a:pt x="893111" y="181209"/>
                  </a:lnTo>
                  <a:lnTo>
                    <a:pt x="873855" y="145446"/>
                  </a:lnTo>
                  <a:lnTo>
                    <a:pt x="845312" y="121352"/>
                  </a:lnTo>
                  <a:lnTo>
                    <a:pt x="810387" y="112521"/>
                  </a:lnTo>
                  <a:lnTo>
                    <a:pt x="89789" y="112521"/>
                  </a:lnTo>
                  <a:lnTo>
                    <a:pt x="54864" y="103673"/>
                  </a:lnTo>
                  <a:lnTo>
                    <a:pt x="26320" y="79549"/>
                  </a:lnTo>
                  <a:lnTo>
                    <a:pt x="7064" y="43781"/>
                  </a:lnTo>
                  <a:lnTo>
                    <a:pt x="0" y="0"/>
                  </a:lnTo>
                </a:path>
              </a:pathLst>
            </a:custGeom>
            <a:noFill/>
            <a:ln cap="flat" cmpd="sng" w="9525">
              <a:solidFill>
                <a:srgbClr val="62C7C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7"/>
            <p:cNvSpPr/>
            <p:nvPr/>
          </p:nvSpPr>
          <p:spPr>
            <a:xfrm>
              <a:off x="4842001" y="4186935"/>
              <a:ext cx="1800225" cy="225425"/>
            </a:xfrm>
            <a:custGeom>
              <a:rect b="b" l="l" r="r" t="t"/>
              <a:pathLst>
                <a:path extrusionOk="0" h="225425" w="1800225">
                  <a:moveTo>
                    <a:pt x="1800225" y="0"/>
                  </a:moveTo>
                  <a:lnTo>
                    <a:pt x="1793178" y="43781"/>
                  </a:lnTo>
                  <a:lnTo>
                    <a:pt x="1773951" y="79549"/>
                  </a:lnTo>
                  <a:lnTo>
                    <a:pt x="1745414" y="103673"/>
                  </a:lnTo>
                  <a:lnTo>
                    <a:pt x="1710436" y="112521"/>
                  </a:lnTo>
                  <a:lnTo>
                    <a:pt x="989838" y="112521"/>
                  </a:lnTo>
                  <a:lnTo>
                    <a:pt x="954932" y="121352"/>
                  </a:lnTo>
                  <a:lnTo>
                    <a:pt x="926433" y="145446"/>
                  </a:lnTo>
                  <a:lnTo>
                    <a:pt x="907220" y="181209"/>
                  </a:lnTo>
                  <a:lnTo>
                    <a:pt x="900176" y="225044"/>
                  </a:lnTo>
                  <a:lnTo>
                    <a:pt x="893111" y="181209"/>
                  </a:lnTo>
                  <a:lnTo>
                    <a:pt x="873855" y="145446"/>
                  </a:lnTo>
                  <a:lnTo>
                    <a:pt x="845312" y="121352"/>
                  </a:lnTo>
                  <a:lnTo>
                    <a:pt x="810387" y="112521"/>
                  </a:lnTo>
                  <a:lnTo>
                    <a:pt x="89788" y="112521"/>
                  </a:lnTo>
                  <a:lnTo>
                    <a:pt x="54863" y="103673"/>
                  </a:lnTo>
                  <a:lnTo>
                    <a:pt x="26320" y="79549"/>
                  </a:lnTo>
                  <a:lnTo>
                    <a:pt x="7064" y="43781"/>
                  </a:lnTo>
                  <a:lnTo>
                    <a:pt x="0" y="0"/>
                  </a:lnTo>
                </a:path>
              </a:pathLst>
            </a:custGeom>
            <a:noFill/>
            <a:ln cap="flat" cmpd="sng" w="9525">
              <a:solidFill>
                <a:srgbClr val="6F2F9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7"/>
            <p:cNvSpPr/>
            <p:nvPr/>
          </p:nvSpPr>
          <p:spPr>
            <a:xfrm>
              <a:off x="6642226" y="4186935"/>
              <a:ext cx="1800225" cy="225425"/>
            </a:xfrm>
            <a:custGeom>
              <a:rect b="b" l="l" r="r" t="t"/>
              <a:pathLst>
                <a:path extrusionOk="0" h="225425" w="1800225">
                  <a:moveTo>
                    <a:pt x="1800225" y="0"/>
                  </a:moveTo>
                  <a:lnTo>
                    <a:pt x="1793160" y="43781"/>
                  </a:lnTo>
                  <a:lnTo>
                    <a:pt x="1773904" y="79549"/>
                  </a:lnTo>
                  <a:lnTo>
                    <a:pt x="1745361" y="103673"/>
                  </a:lnTo>
                  <a:lnTo>
                    <a:pt x="1710436" y="112521"/>
                  </a:lnTo>
                  <a:lnTo>
                    <a:pt x="989838" y="112521"/>
                  </a:lnTo>
                  <a:lnTo>
                    <a:pt x="954913" y="121352"/>
                  </a:lnTo>
                  <a:lnTo>
                    <a:pt x="926369" y="145446"/>
                  </a:lnTo>
                  <a:lnTo>
                    <a:pt x="907113" y="181209"/>
                  </a:lnTo>
                  <a:lnTo>
                    <a:pt x="900049" y="225044"/>
                  </a:lnTo>
                  <a:lnTo>
                    <a:pt x="893004" y="181209"/>
                  </a:lnTo>
                  <a:lnTo>
                    <a:pt x="873791" y="145446"/>
                  </a:lnTo>
                  <a:lnTo>
                    <a:pt x="845292" y="121352"/>
                  </a:lnTo>
                  <a:lnTo>
                    <a:pt x="810387" y="112521"/>
                  </a:lnTo>
                  <a:lnTo>
                    <a:pt x="89789" y="112521"/>
                  </a:lnTo>
                  <a:lnTo>
                    <a:pt x="54810" y="103673"/>
                  </a:lnTo>
                  <a:lnTo>
                    <a:pt x="26273" y="79549"/>
                  </a:lnTo>
                  <a:lnTo>
                    <a:pt x="7046" y="43781"/>
                  </a:lnTo>
                  <a:lnTo>
                    <a:pt x="0" y="0"/>
                  </a:lnTo>
                </a:path>
              </a:pathLst>
            </a:custGeom>
            <a:noFill/>
            <a:ln cap="flat" cmpd="sng" w="9525">
              <a:solidFill>
                <a:srgbClr val="C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8" name="Google Shape;258;p17"/>
          <p:cNvSpPr txBox="1"/>
          <p:nvPr/>
        </p:nvSpPr>
        <p:spPr>
          <a:xfrm>
            <a:off x="645668" y="4448511"/>
            <a:ext cx="7653020" cy="1683385"/>
          </a:xfrm>
          <a:prstGeom prst="rect">
            <a:avLst/>
          </a:prstGeom>
          <a:noFill/>
          <a:ln>
            <a:noFill/>
          </a:ln>
        </p:spPr>
        <p:txBody>
          <a:bodyPr anchorCtr="0" anchor="t" bIns="0" lIns="0" spcFirstLastPara="1" rIns="0" wrap="square" tIns="93975">
            <a:spAutoFit/>
          </a:bodyPr>
          <a:lstStyle/>
          <a:p>
            <a:pPr indent="0" lvl="0" marL="748030" marR="0" rtl="0" algn="l">
              <a:lnSpc>
                <a:spcPct val="100000"/>
              </a:lnSpc>
              <a:spcBef>
                <a:spcPts val="0"/>
              </a:spcBef>
              <a:spcAft>
                <a:spcPts val="0"/>
              </a:spcAft>
              <a:buClr>
                <a:srgbClr val="000000"/>
              </a:buClr>
              <a:buSzPts val="1400"/>
              <a:buFont typeface="Arial"/>
              <a:buNone/>
            </a:pPr>
            <a:r>
              <a:rPr b="1" i="0" lang="en-US" sz="1400" u="none" cap="none" strike="noStrike">
                <a:solidFill>
                  <a:srgbClr val="FF9933"/>
                </a:solidFill>
                <a:latin typeface="Courier New"/>
                <a:ea typeface="Courier New"/>
                <a:cs typeface="Courier New"/>
                <a:sym typeface="Courier New"/>
              </a:rPr>
              <a:t>blockIdx.x = 0	</a:t>
            </a:r>
            <a:r>
              <a:rPr b="1" i="0" lang="en-US" sz="1400" u="none" cap="none" strike="noStrike">
                <a:solidFill>
                  <a:srgbClr val="62C7C7"/>
                </a:solidFill>
                <a:latin typeface="Courier New"/>
                <a:ea typeface="Courier New"/>
                <a:cs typeface="Courier New"/>
                <a:sym typeface="Courier New"/>
              </a:rPr>
              <a:t>blockIdx.x = 1	</a:t>
            </a:r>
            <a:r>
              <a:rPr b="1" i="0" lang="en-US" sz="1400" u="none" cap="none" strike="noStrike">
                <a:solidFill>
                  <a:srgbClr val="6F2F9F"/>
                </a:solidFill>
                <a:latin typeface="Courier New"/>
                <a:ea typeface="Courier New"/>
                <a:cs typeface="Courier New"/>
                <a:sym typeface="Courier New"/>
              </a:rPr>
              <a:t>blockIdx.x = 2	</a:t>
            </a:r>
            <a:r>
              <a:rPr b="1" i="0" lang="en-US" sz="1400" u="none" cap="none" strike="noStrike">
                <a:solidFill>
                  <a:srgbClr val="C00000"/>
                </a:solidFill>
                <a:latin typeface="Courier New"/>
                <a:ea typeface="Courier New"/>
                <a:cs typeface="Courier New"/>
                <a:sym typeface="Courier New"/>
              </a:rPr>
              <a:t>blockIdx.x = 3</a:t>
            </a:r>
            <a:endParaRPr b="0" i="0" sz="1400" u="none" cap="none" strike="noStrike">
              <a:solidFill>
                <a:srgbClr val="000000"/>
              </a:solidFill>
              <a:latin typeface="Courier New"/>
              <a:ea typeface="Courier New"/>
              <a:cs typeface="Courier New"/>
              <a:sym typeface="Courier New"/>
            </a:endParaRPr>
          </a:p>
          <a:p>
            <a:pPr indent="-342900" lvl="0" marL="355600" marR="166370" rtl="0" algn="l">
              <a:lnSpc>
                <a:spcPct val="100000"/>
              </a:lnSpc>
              <a:spcBef>
                <a:spcPts val="129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With M threads/block a unique index for each thread is given by:</a:t>
            </a:r>
            <a:endParaRPr b="0" i="0" sz="2800" u="none" cap="none" strike="noStrike">
              <a:solidFill>
                <a:srgbClr val="000000"/>
              </a:solidFill>
              <a:latin typeface="Arial"/>
              <a:ea typeface="Arial"/>
              <a:cs typeface="Arial"/>
              <a:sym typeface="Arial"/>
            </a:endParaRPr>
          </a:p>
          <a:p>
            <a:pPr indent="0" lvl="0" marL="927100" marR="0" rtl="0" algn="l">
              <a:lnSpc>
                <a:spcPct val="100000"/>
              </a:lnSpc>
              <a:spcBef>
                <a:spcPts val="310"/>
              </a:spcBef>
              <a:spcAft>
                <a:spcPts val="0"/>
              </a:spcAft>
              <a:buClr>
                <a:srgbClr val="000000"/>
              </a:buClr>
              <a:buSzPts val="2000"/>
              <a:buFont typeface="Arial"/>
              <a:buNone/>
            </a:pPr>
            <a:r>
              <a:rPr b="1" i="0" lang="en-US" sz="2000" u="none" cap="none" strike="noStrike">
                <a:solidFill>
                  <a:srgbClr val="89AC00"/>
                </a:solidFill>
                <a:latin typeface="Courier New"/>
                <a:ea typeface="Courier New"/>
                <a:cs typeface="Courier New"/>
                <a:sym typeface="Courier New"/>
              </a:rPr>
              <a:t>int </a:t>
            </a:r>
            <a:r>
              <a:rPr b="1" i="0" lang="en-US" sz="2000" u="none" cap="none" strike="noStrike">
                <a:solidFill>
                  <a:srgbClr val="000000"/>
                </a:solidFill>
                <a:latin typeface="Courier New"/>
                <a:ea typeface="Courier New"/>
                <a:cs typeface="Courier New"/>
                <a:sym typeface="Courier New"/>
              </a:rPr>
              <a:t>index = threadIdx.x + blockIdx.x * M;</a:t>
            </a:r>
            <a:endParaRPr b="0" i="0" sz="20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8"/>
          <p:cNvSpPr txBox="1"/>
          <p:nvPr>
            <p:ph type="title"/>
          </p:nvPr>
        </p:nvSpPr>
        <p:spPr>
          <a:xfrm>
            <a:off x="2486025" y="242773"/>
            <a:ext cx="5427980" cy="454025"/>
          </a:xfrm>
          <a:prstGeom prst="rect">
            <a:avLst/>
          </a:prstGeom>
          <a:noFill/>
          <a:ln>
            <a:noFill/>
          </a:ln>
        </p:spPr>
        <p:txBody>
          <a:bodyPr anchorCtr="0" anchor="t" bIns="0" lIns="0" spcFirstLastPara="1" rIns="0" wrap="square" tIns="13325">
            <a:spAutoFit/>
          </a:bodyPr>
          <a:lstStyle/>
          <a:p>
            <a:pPr indent="0" lvl="0" marL="90170" rtl="0" algn="l">
              <a:lnSpc>
                <a:spcPct val="100000"/>
              </a:lnSpc>
              <a:spcBef>
                <a:spcPts val="0"/>
              </a:spcBef>
              <a:spcAft>
                <a:spcPts val="0"/>
              </a:spcAft>
              <a:buSzPts val="1400"/>
              <a:buNone/>
            </a:pPr>
            <a:r>
              <a:rPr lang="en-US"/>
              <a:t>Indexing Arrays: Example</a:t>
            </a:r>
            <a:endParaRPr/>
          </a:p>
        </p:txBody>
      </p:sp>
      <p:sp>
        <p:nvSpPr>
          <p:cNvPr id="264" name="Google Shape;264;p18"/>
          <p:cNvSpPr txBox="1"/>
          <p:nvPr/>
        </p:nvSpPr>
        <p:spPr>
          <a:xfrm>
            <a:off x="258267" y="1072718"/>
            <a:ext cx="6866890" cy="1003935"/>
          </a:xfrm>
          <a:prstGeom prst="rect">
            <a:avLst/>
          </a:prstGeom>
          <a:noFill/>
          <a:ln>
            <a:noFill/>
          </a:ln>
        </p:spPr>
        <p:txBody>
          <a:bodyPr anchorCtr="0" anchor="t" bIns="0" lIns="0" spcFirstLastPara="1" rIns="0" wrap="square" tIns="11425">
            <a:spAutoFit/>
          </a:bodyPr>
          <a:lstStyle/>
          <a:p>
            <a:pPr indent="-343535" lvl="0" marL="355600" marR="5080" rtl="0" algn="l">
              <a:lnSpc>
                <a:spcPct val="1004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Which thread will operate on the red element?</a:t>
            </a:r>
            <a:endParaRPr b="0" i="0" sz="3200" u="none" cap="none" strike="noStrike">
              <a:solidFill>
                <a:srgbClr val="000000"/>
              </a:solidFill>
              <a:latin typeface="Arial"/>
              <a:ea typeface="Arial"/>
              <a:cs typeface="Arial"/>
              <a:sym typeface="Arial"/>
            </a:endParaRPr>
          </a:p>
        </p:txBody>
      </p:sp>
      <p:grpSp>
        <p:nvGrpSpPr>
          <p:cNvPr id="265" name="Google Shape;265;p18"/>
          <p:cNvGrpSpPr/>
          <p:nvPr/>
        </p:nvGrpSpPr>
        <p:grpSpPr>
          <a:xfrm>
            <a:off x="909827" y="4014215"/>
            <a:ext cx="7365493" cy="580644"/>
            <a:chOff x="909827" y="4014215"/>
            <a:chExt cx="7365493" cy="580644"/>
          </a:xfrm>
        </p:grpSpPr>
        <p:pic>
          <p:nvPicPr>
            <p:cNvPr id="266" name="Google Shape;266;p18"/>
            <p:cNvPicPr preferRelativeResize="0"/>
            <p:nvPr/>
          </p:nvPicPr>
          <p:blipFill rotWithShape="1">
            <a:blip r:embed="rId3">
              <a:alphaModFix/>
            </a:blip>
            <a:srcRect b="0" l="0" r="0" t="0"/>
            <a:stretch/>
          </p:blipFill>
          <p:spPr>
            <a:xfrm>
              <a:off x="918971" y="4014215"/>
              <a:ext cx="329184" cy="580644"/>
            </a:xfrm>
            <a:prstGeom prst="rect">
              <a:avLst/>
            </a:prstGeom>
            <a:noFill/>
            <a:ln>
              <a:noFill/>
            </a:ln>
          </p:spPr>
        </p:pic>
        <p:pic>
          <p:nvPicPr>
            <p:cNvPr id="267" name="Google Shape;267;p18"/>
            <p:cNvPicPr preferRelativeResize="0"/>
            <p:nvPr/>
          </p:nvPicPr>
          <p:blipFill rotWithShape="1">
            <a:blip r:embed="rId4">
              <a:alphaModFix/>
            </a:blip>
            <a:srcRect b="0" l="0" r="0" t="0"/>
            <a:stretch/>
          </p:blipFill>
          <p:spPr>
            <a:xfrm>
              <a:off x="909827" y="4123943"/>
              <a:ext cx="397764" cy="411480"/>
            </a:xfrm>
            <a:prstGeom prst="rect">
              <a:avLst/>
            </a:prstGeom>
            <a:noFill/>
            <a:ln>
              <a:noFill/>
            </a:ln>
          </p:spPr>
        </p:pic>
        <p:sp>
          <p:nvSpPr>
            <p:cNvPr id="268" name="Google Shape;268;p18"/>
            <p:cNvSpPr/>
            <p:nvPr/>
          </p:nvSpPr>
          <p:spPr>
            <a:xfrm>
              <a:off x="971600" y="4045838"/>
              <a:ext cx="225425" cy="480059"/>
            </a:xfrm>
            <a:custGeom>
              <a:rect b="b" l="l" r="r" t="t"/>
              <a:pathLst>
                <a:path extrusionOk="0" h="480060" w="225425">
                  <a:moveTo>
                    <a:pt x="0" y="442594"/>
                  </a:moveTo>
                  <a:lnTo>
                    <a:pt x="0" y="37592"/>
                  </a:lnTo>
                  <a:lnTo>
                    <a:pt x="2946" y="22931"/>
                  </a:lnTo>
                  <a:lnTo>
                    <a:pt x="10983" y="10985"/>
                  </a:lnTo>
                  <a:lnTo>
                    <a:pt x="22904" y="2944"/>
                  </a:lnTo>
                  <a:lnTo>
                    <a:pt x="37503" y="0"/>
                  </a:lnTo>
                  <a:lnTo>
                    <a:pt x="221056" y="0"/>
                  </a:lnTo>
                  <a:lnTo>
                    <a:pt x="223253" y="0"/>
                  </a:lnTo>
                  <a:lnTo>
                    <a:pt x="225031" y="1778"/>
                  </a:lnTo>
                  <a:lnTo>
                    <a:pt x="225031" y="4063"/>
                  </a:lnTo>
                  <a:lnTo>
                    <a:pt x="225031" y="476123"/>
                  </a:lnTo>
                  <a:lnTo>
                    <a:pt x="225031" y="478281"/>
                  </a:lnTo>
                  <a:lnTo>
                    <a:pt x="223253" y="480060"/>
                  </a:lnTo>
                  <a:lnTo>
                    <a:pt x="221056" y="480060"/>
                  </a:lnTo>
                  <a:lnTo>
                    <a:pt x="37503" y="480060"/>
                  </a:lnTo>
                  <a:lnTo>
                    <a:pt x="22904" y="477117"/>
                  </a:lnTo>
                  <a:lnTo>
                    <a:pt x="10983" y="469090"/>
                  </a:lnTo>
                  <a:lnTo>
                    <a:pt x="2946" y="457182"/>
                  </a:lnTo>
                  <a:lnTo>
                    <a:pt x="0" y="442594"/>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9" name="Google Shape;269;p18"/>
            <p:cNvPicPr preferRelativeResize="0"/>
            <p:nvPr/>
          </p:nvPicPr>
          <p:blipFill rotWithShape="1">
            <a:blip r:embed="rId5">
              <a:alphaModFix/>
            </a:blip>
            <a:srcRect b="0" l="0" r="0" t="0"/>
            <a:stretch/>
          </p:blipFill>
          <p:spPr>
            <a:xfrm>
              <a:off x="1147571" y="4014215"/>
              <a:ext cx="324612" cy="580644"/>
            </a:xfrm>
            <a:prstGeom prst="rect">
              <a:avLst/>
            </a:prstGeom>
            <a:noFill/>
            <a:ln>
              <a:noFill/>
            </a:ln>
          </p:spPr>
        </p:pic>
        <p:pic>
          <p:nvPicPr>
            <p:cNvPr id="270" name="Google Shape;270;p18"/>
            <p:cNvPicPr preferRelativeResize="0"/>
            <p:nvPr/>
          </p:nvPicPr>
          <p:blipFill rotWithShape="1">
            <a:blip r:embed="rId6">
              <a:alphaModFix/>
            </a:blip>
            <a:srcRect b="0" l="0" r="0" t="0"/>
            <a:stretch/>
          </p:blipFill>
          <p:spPr>
            <a:xfrm>
              <a:off x="1129284" y="4123943"/>
              <a:ext cx="397764" cy="411480"/>
            </a:xfrm>
            <a:prstGeom prst="rect">
              <a:avLst/>
            </a:prstGeom>
            <a:noFill/>
            <a:ln>
              <a:noFill/>
            </a:ln>
          </p:spPr>
        </p:pic>
        <p:sp>
          <p:nvSpPr>
            <p:cNvPr id="271" name="Google Shape;271;p18"/>
            <p:cNvSpPr/>
            <p:nvPr/>
          </p:nvSpPr>
          <p:spPr>
            <a:xfrm>
              <a:off x="1196632"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2" name="Google Shape;272;p18"/>
            <p:cNvPicPr preferRelativeResize="0"/>
            <p:nvPr/>
          </p:nvPicPr>
          <p:blipFill rotWithShape="1">
            <a:blip r:embed="rId7">
              <a:alphaModFix/>
            </a:blip>
            <a:srcRect b="0" l="0" r="0" t="0"/>
            <a:stretch/>
          </p:blipFill>
          <p:spPr>
            <a:xfrm>
              <a:off x="7895844" y="4014215"/>
              <a:ext cx="329183" cy="580644"/>
            </a:xfrm>
            <a:prstGeom prst="rect">
              <a:avLst/>
            </a:prstGeom>
            <a:noFill/>
            <a:ln>
              <a:noFill/>
            </a:ln>
          </p:spPr>
        </p:pic>
        <p:pic>
          <p:nvPicPr>
            <p:cNvPr id="273" name="Google Shape;273;p18"/>
            <p:cNvPicPr preferRelativeResize="0"/>
            <p:nvPr/>
          </p:nvPicPr>
          <p:blipFill rotWithShape="1">
            <a:blip r:embed="rId8">
              <a:alphaModFix/>
            </a:blip>
            <a:srcRect b="0" l="0" r="0" t="0"/>
            <a:stretch/>
          </p:blipFill>
          <p:spPr>
            <a:xfrm>
              <a:off x="7877556" y="4123943"/>
              <a:ext cx="397764" cy="411480"/>
            </a:xfrm>
            <a:prstGeom prst="rect">
              <a:avLst/>
            </a:prstGeom>
            <a:noFill/>
            <a:ln>
              <a:noFill/>
            </a:ln>
          </p:spPr>
        </p:pic>
        <p:sp>
          <p:nvSpPr>
            <p:cNvPr id="274" name="Google Shape;274;p18"/>
            <p:cNvSpPr/>
            <p:nvPr/>
          </p:nvSpPr>
          <p:spPr>
            <a:xfrm>
              <a:off x="7947406" y="4045838"/>
              <a:ext cx="225425" cy="480059"/>
            </a:xfrm>
            <a:custGeom>
              <a:rect b="b" l="l" r="r" t="t"/>
              <a:pathLst>
                <a:path extrusionOk="0" h="480060" w="225425">
                  <a:moveTo>
                    <a:pt x="225044" y="442594"/>
                  </a:moveTo>
                  <a:lnTo>
                    <a:pt x="225044" y="37592"/>
                  </a:lnTo>
                  <a:lnTo>
                    <a:pt x="222081" y="22931"/>
                  </a:lnTo>
                  <a:lnTo>
                    <a:pt x="214010" y="10985"/>
                  </a:lnTo>
                  <a:lnTo>
                    <a:pt x="202058" y="2944"/>
                  </a:lnTo>
                  <a:lnTo>
                    <a:pt x="187451" y="0"/>
                  </a:lnTo>
                  <a:lnTo>
                    <a:pt x="3937" y="0"/>
                  </a:lnTo>
                  <a:lnTo>
                    <a:pt x="1777" y="0"/>
                  </a:lnTo>
                  <a:lnTo>
                    <a:pt x="0" y="1778"/>
                  </a:lnTo>
                  <a:lnTo>
                    <a:pt x="0" y="3937"/>
                  </a:lnTo>
                  <a:lnTo>
                    <a:pt x="0" y="476123"/>
                  </a:lnTo>
                  <a:lnTo>
                    <a:pt x="0" y="478281"/>
                  </a:lnTo>
                  <a:lnTo>
                    <a:pt x="1777" y="480060"/>
                  </a:lnTo>
                  <a:lnTo>
                    <a:pt x="3937" y="480060"/>
                  </a:lnTo>
                  <a:lnTo>
                    <a:pt x="187451" y="480060"/>
                  </a:lnTo>
                  <a:lnTo>
                    <a:pt x="202058" y="477117"/>
                  </a:lnTo>
                  <a:lnTo>
                    <a:pt x="214010" y="469090"/>
                  </a:lnTo>
                  <a:lnTo>
                    <a:pt x="222081" y="457182"/>
                  </a:lnTo>
                  <a:lnTo>
                    <a:pt x="225044" y="442594"/>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5" name="Google Shape;275;p18"/>
            <p:cNvPicPr preferRelativeResize="0"/>
            <p:nvPr/>
          </p:nvPicPr>
          <p:blipFill rotWithShape="1">
            <a:blip r:embed="rId9">
              <a:alphaModFix/>
            </a:blip>
            <a:srcRect b="0" l="0" r="0" t="0"/>
            <a:stretch/>
          </p:blipFill>
          <p:spPr>
            <a:xfrm>
              <a:off x="1371600" y="4014215"/>
              <a:ext cx="324612" cy="580644"/>
            </a:xfrm>
            <a:prstGeom prst="rect">
              <a:avLst/>
            </a:prstGeom>
            <a:noFill/>
            <a:ln>
              <a:noFill/>
            </a:ln>
          </p:spPr>
        </p:pic>
        <p:pic>
          <p:nvPicPr>
            <p:cNvPr id="276" name="Google Shape;276;p18"/>
            <p:cNvPicPr preferRelativeResize="0"/>
            <p:nvPr/>
          </p:nvPicPr>
          <p:blipFill rotWithShape="1">
            <a:blip r:embed="rId10">
              <a:alphaModFix/>
            </a:blip>
            <a:srcRect b="0" l="0" r="0" t="0"/>
            <a:stretch/>
          </p:blipFill>
          <p:spPr>
            <a:xfrm>
              <a:off x="1353311" y="4123943"/>
              <a:ext cx="397763" cy="411480"/>
            </a:xfrm>
            <a:prstGeom prst="rect">
              <a:avLst/>
            </a:prstGeom>
            <a:noFill/>
            <a:ln>
              <a:noFill/>
            </a:ln>
          </p:spPr>
        </p:pic>
        <p:sp>
          <p:nvSpPr>
            <p:cNvPr id="277" name="Google Shape;277;p18"/>
            <p:cNvSpPr/>
            <p:nvPr/>
          </p:nvSpPr>
          <p:spPr>
            <a:xfrm>
              <a:off x="1421637"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8" name="Google Shape;278;p18"/>
            <p:cNvPicPr preferRelativeResize="0"/>
            <p:nvPr/>
          </p:nvPicPr>
          <p:blipFill rotWithShape="1">
            <a:blip r:embed="rId11">
              <a:alphaModFix/>
            </a:blip>
            <a:srcRect b="0" l="0" r="0" t="0"/>
            <a:stretch/>
          </p:blipFill>
          <p:spPr>
            <a:xfrm>
              <a:off x="1595627" y="4014215"/>
              <a:ext cx="324611" cy="580644"/>
            </a:xfrm>
            <a:prstGeom prst="rect">
              <a:avLst/>
            </a:prstGeom>
            <a:noFill/>
            <a:ln>
              <a:noFill/>
            </a:ln>
          </p:spPr>
        </p:pic>
        <p:pic>
          <p:nvPicPr>
            <p:cNvPr id="279" name="Google Shape;279;p18"/>
            <p:cNvPicPr preferRelativeResize="0"/>
            <p:nvPr/>
          </p:nvPicPr>
          <p:blipFill rotWithShape="1">
            <a:blip r:embed="rId12">
              <a:alphaModFix/>
            </a:blip>
            <a:srcRect b="0" l="0" r="0" t="0"/>
            <a:stretch/>
          </p:blipFill>
          <p:spPr>
            <a:xfrm>
              <a:off x="1581911" y="4123943"/>
              <a:ext cx="397763" cy="411480"/>
            </a:xfrm>
            <a:prstGeom prst="rect">
              <a:avLst/>
            </a:prstGeom>
            <a:noFill/>
            <a:ln>
              <a:noFill/>
            </a:ln>
          </p:spPr>
        </p:pic>
        <p:sp>
          <p:nvSpPr>
            <p:cNvPr id="280" name="Google Shape;280;p18"/>
            <p:cNvSpPr/>
            <p:nvPr/>
          </p:nvSpPr>
          <p:spPr>
            <a:xfrm>
              <a:off x="1646681"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1" name="Google Shape;281;p18"/>
            <p:cNvPicPr preferRelativeResize="0"/>
            <p:nvPr/>
          </p:nvPicPr>
          <p:blipFill rotWithShape="1">
            <a:blip r:embed="rId13">
              <a:alphaModFix/>
            </a:blip>
            <a:srcRect b="0" l="0" r="0" t="0"/>
            <a:stretch/>
          </p:blipFill>
          <p:spPr>
            <a:xfrm>
              <a:off x="1819655" y="4014215"/>
              <a:ext cx="329183" cy="580644"/>
            </a:xfrm>
            <a:prstGeom prst="rect">
              <a:avLst/>
            </a:prstGeom>
            <a:noFill/>
            <a:ln>
              <a:noFill/>
            </a:ln>
          </p:spPr>
        </p:pic>
        <p:pic>
          <p:nvPicPr>
            <p:cNvPr id="282" name="Google Shape;282;p18"/>
            <p:cNvPicPr preferRelativeResize="0"/>
            <p:nvPr/>
          </p:nvPicPr>
          <p:blipFill rotWithShape="1">
            <a:blip r:embed="rId14">
              <a:alphaModFix/>
            </a:blip>
            <a:srcRect b="0" l="0" r="0" t="0"/>
            <a:stretch/>
          </p:blipFill>
          <p:spPr>
            <a:xfrm>
              <a:off x="1805939" y="4123943"/>
              <a:ext cx="397763" cy="411480"/>
            </a:xfrm>
            <a:prstGeom prst="rect">
              <a:avLst/>
            </a:prstGeom>
            <a:noFill/>
            <a:ln>
              <a:noFill/>
            </a:ln>
          </p:spPr>
        </p:pic>
        <p:sp>
          <p:nvSpPr>
            <p:cNvPr id="283" name="Google Shape;283;p18"/>
            <p:cNvSpPr/>
            <p:nvPr/>
          </p:nvSpPr>
          <p:spPr>
            <a:xfrm>
              <a:off x="1871725"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4" name="Google Shape;284;p18"/>
            <p:cNvPicPr preferRelativeResize="0"/>
            <p:nvPr/>
          </p:nvPicPr>
          <p:blipFill rotWithShape="1">
            <a:blip r:embed="rId15">
              <a:alphaModFix/>
            </a:blip>
            <a:srcRect b="0" l="0" r="0" t="0"/>
            <a:stretch/>
          </p:blipFill>
          <p:spPr>
            <a:xfrm>
              <a:off x="2048255" y="4014215"/>
              <a:ext cx="324612" cy="580644"/>
            </a:xfrm>
            <a:prstGeom prst="rect">
              <a:avLst/>
            </a:prstGeom>
            <a:noFill/>
            <a:ln>
              <a:noFill/>
            </a:ln>
          </p:spPr>
        </p:pic>
        <p:pic>
          <p:nvPicPr>
            <p:cNvPr id="285" name="Google Shape;285;p18"/>
            <p:cNvPicPr preferRelativeResize="0"/>
            <p:nvPr/>
          </p:nvPicPr>
          <p:blipFill rotWithShape="1">
            <a:blip r:embed="rId16">
              <a:alphaModFix/>
            </a:blip>
            <a:srcRect b="0" l="0" r="0" t="0"/>
            <a:stretch/>
          </p:blipFill>
          <p:spPr>
            <a:xfrm>
              <a:off x="2029967" y="4123943"/>
              <a:ext cx="397763" cy="411480"/>
            </a:xfrm>
            <a:prstGeom prst="rect">
              <a:avLst/>
            </a:prstGeom>
            <a:noFill/>
            <a:ln>
              <a:noFill/>
            </a:ln>
          </p:spPr>
        </p:pic>
        <p:sp>
          <p:nvSpPr>
            <p:cNvPr id="286" name="Google Shape;286;p18"/>
            <p:cNvSpPr/>
            <p:nvPr/>
          </p:nvSpPr>
          <p:spPr>
            <a:xfrm>
              <a:off x="2096769"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18"/>
            <p:cNvPicPr preferRelativeResize="0"/>
            <p:nvPr/>
          </p:nvPicPr>
          <p:blipFill rotWithShape="1">
            <a:blip r:embed="rId17">
              <a:alphaModFix/>
            </a:blip>
            <a:srcRect b="0" l="0" r="0" t="0"/>
            <a:stretch/>
          </p:blipFill>
          <p:spPr>
            <a:xfrm>
              <a:off x="2272283" y="4014215"/>
              <a:ext cx="324612" cy="580644"/>
            </a:xfrm>
            <a:prstGeom prst="rect">
              <a:avLst/>
            </a:prstGeom>
            <a:noFill/>
            <a:ln>
              <a:noFill/>
            </a:ln>
          </p:spPr>
        </p:pic>
        <p:pic>
          <p:nvPicPr>
            <p:cNvPr id="288" name="Google Shape;288;p18"/>
            <p:cNvPicPr preferRelativeResize="0"/>
            <p:nvPr/>
          </p:nvPicPr>
          <p:blipFill rotWithShape="1">
            <a:blip r:embed="rId18">
              <a:alphaModFix/>
            </a:blip>
            <a:srcRect b="0" l="0" r="0" t="0"/>
            <a:stretch/>
          </p:blipFill>
          <p:spPr>
            <a:xfrm>
              <a:off x="2253995" y="4123943"/>
              <a:ext cx="397763" cy="411480"/>
            </a:xfrm>
            <a:prstGeom prst="rect">
              <a:avLst/>
            </a:prstGeom>
            <a:noFill/>
            <a:ln>
              <a:noFill/>
            </a:ln>
          </p:spPr>
        </p:pic>
        <p:sp>
          <p:nvSpPr>
            <p:cNvPr id="289" name="Google Shape;289;p18"/>
            <p:cNvSpPr/>
            <p:nvPr/>
          </p:nvSpPr>
          <p:spPr>
            <a:xfrm>
              <a:off x="2321813"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18"/>
            <p:cNvPicPr preferRelativeResize="0"/>
            <p:nvPr/>
          </p:nvPicPr>
          <p:blipFill rotWithShape="1">
            <a:blip r:embed="rId19">
              <a:alphaModFix/>
            </a:blip>
            <a:srcRect b="0" l="0" r="0" t="0"/>
            <a:stretch/>
          </p:blipFill>
          <p:spPr>
            <a:xfrm>
              <a:off x="2496311" y="4014215"/>
              <a:ext cx="324612" cy="580644"/>
            </a:xfrm>
            <a:prstGeom prst="rect">
              <a:avLst/>
            </a:prstGeom>
            <a:noFill/>
            <a:ln>
              <a:noFill/>
            </a:ln>
          </p:spPr>
        </p:pic>
        <p:pic>
          <p:nvPicPr>
            <p:cNvPr id="291" name="Google Shape;291;p18"/>
            <p:cNvPicPr preferRelativeResize="0"/>
            <p:nvPr/>
          </p:nvPicPr>
          <p:blipFill rotWithShape="1">
            <a:blip r:embed="rId20">
              <a:alphaModFix/>
            </a:blip>
            <a:srcRect b="0" l="0" r="0" t="0"/>
            <a:stretch/>
          </p:blipFill>
          <p:spPr>
            <a:xfrm>
              <a:off x="2478024" y="4123943"/>
              <a:ext cx="397763" cy="411480"/>
            </a:xfrm>
            <a:prstGeom prst="rect">
              <a:avLst/>
            </a:prstGeom>
            <a:noFill/>
            <a:ln>
              <a:noFill/>
            </a:ln>
          </p:spPr>
        </p:pic>
        <p:sp>
          <p:nvSpPr>
            <p:cNvPr id="292" name="Google Shape;292;p18"/>
            <p:cNvSpPr/>
            <p:nvPr/>
          </p:nvSpPr>
          <p:spPr>
            <a:xfrm>
              <a:off x="2546730"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3" name="Google Shape;293;p18"/>
            <p:cNvPicPr preferRelativeResize="0"/>
            <p:nvPr/>
          </p:nvPicPr>
          <p:blipFill rotWithShape="1">
            <a:blip r:embed="rId21">
              <a:alphaModFix/>
            </a:blip>
            <a:srcRect b="0" l="0" r="0" t="0"/>
            <a:stretch/>
          </p:blipFill>
          <p:spPr>
            <a:xfrm>
              <a:off x="2720339" y="4014215"/>
              <a:ext cx="329184" cy="580644"/>
            </a:xfrm>
            <a:prstGeom prst="rect">
              <a:avLst/>
            </a:prstGeom>
            <a:noFill/>
            <a:ln>
              <a:noFill/>
            </a:ln>
          </p:spPr>
        </p:pic>
        <p:pic>
          <p:nvPicPr>
            <p:cNvPr id="294" name="Google Shape;294;p18"/>
            <p:cNvPicPr preferRelativeResize="0"/>
            <p:nvPr/>
          </p:nvPicPr>
          <p:blipFill rotWithShape="1">
            <a:blip r:embed="rId22">
              <a:alphaModFix/>
            </a:blip>
            <a:srcRect b="0" l="0" r="0" t="0"/>
            <a:stretch/>
          </p:blipFill>
          <p:spPr>
            <a:xfrm>
              <a:off x="2706623" y="4123943"/>
              <a:ext cx="397763" cy="411480"/>
            </a:xfrm>
            <a:prstGeom prst="rect">
              <a:avLst/>
            </a:prstGeom>
            <a:noFill/>
            <a:ln>
              <a:noFill/>
            </a:ln>
          </p:spPr>
        </p:pic>
        <p:sp>
          <p:nvSpPr>
            <p:cNvPr id="295" name="Google Shape;295;p18"/>
            <p:cNvSpPr/>
            <p:nvPr/>
          </p:nvSpPr>
          <p:spPr>
            <a:xfrm>
              <a:off x="2771775"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18"/>
            <p:cNvPicPr preferRelativeResize="0"/>
            <p:nvPr/>
          </p:nvPicPr>
          <p:blipFill rotWithShape="1">
            <a:blip r:embed="rId23">
              <a:alphaModFix/>
            </a:blip>
            <a:srcRect b="0" l="0" r="0" t="0"/>
            <a:stretch/>
          </p:blipFill>
          <p:spPr>
            <a:xfrm>
              <a:off x="2944367" y="4014215"/>
              <a:ext cx="329183" cy="580644"/>
            </a:xfrm>
            <a:prstGeom prst="rect">
              <a:avLst/>
            </a:prstGeom>
            <a:noFill/>
            <a:ln>
              <a:noFill/>
            </a:ln>
          </p:spPr>
        </p:pic>
        <p:pic>
          <p:nvPicPr>
            <p:cNvPr id="297" name="Google Shape;297;p18"/>
            <p:cNvPicPr preferRelativeResize="0"/>
            <p:nvPr/>
          </p:nvPicPr>
          <p:blipFill rotWithShape="1">
            <a:blip r:embed="rId24">
              <a:alphaModFix/>
            </a:blip>
            <a:srcRect b="0" l="0" r="0" t="0"/>
            <a:stretch/>
          </p:blipFill>
          <p:spPr>
            <a:xfrm>
              <a:off x="2930651" y="4123943"/>
              <a:ext cx="397763" cy="411480"/>
            </a:xfrm>
            <a:prstGeom prst="rect">
              <a:avLst/>
            </a:prstGeom>
            <a:noFill/>
            <a:ln>
              <a:noFill/>
            </a:ln>
          </p:spPr>
        </p:pic>
        <p:sp>
          <p:nvSpPr>
            <p:cNvPr id="298" name="Google Shape;298;p18"/>
            <p:cNvSpPr/>
            <p:nvPr/>
          </p:nvSpPr>
          <p:spPr>
            <a:xfrm>
              <a:off x="2996819"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9" name="Google Shape;299;p18"/>
            <p:cNvPicPr preferRelativeResize="0"/>
            <p:nvPr/>
          </p:nvPicPr>
          <p:blipFill rotWithShape="1">
            <a:blip r:embed="rId25">
              <a:alphaModFix/>
            </a:blip>
            <a:srcRect b="0" l="0" r="0" t="0"/>
            <a:stretch/>
          </p:blipFill>
          <p:spPr>
            <a:xfrm>
              <a:off x="3172967" y="4014215"/>
              <a:ext cx="324611" cy="580644"/>
            </a:xfrm>
            <a:prstGeom prst="rect">
              <a:avLst/>
            </a:prstGeom>
            <a:noFill/>
            <a:ln>
              <a:noFill/>
            </a:ln>
          </p:spPr>
        </p:pic>
        <p:pic>
          <p:nvPicPr>
            <p:cNvPr id="300" name="Google Shape;300;p18"/>
            <p:cNvPicPr preferRelativeResize="0"/>
            <p:nvPr/>
          </p:nvPicPr>
          <p:blipFill rotWithShape="1">
            <a:blip r:embed="rId26">
              <a:alphaModFix/>
            </a:blip>
            <a:srcRect b="0" l="0" r="0" t="0"/>
            <a:stretch/>
          </p:blipFill>
          <p:spPr>
            <a:xfrm>
              <a:off x="3154679" y="4123943"/>
              <a:ext cx="397764" cy="411480"/>
            </a:xfrm>
            <a:prstGeom prst="rect">
              <a:avLst/>
            </a:prstGeom>
            <a:noFill/>
            <a:ln>
              <a:noFill/>
            </a:ln>
          </p:spPr>
        </p:pic>
        <p:sp>
          <p:nvSpPr>
            <p:cNvPr id="301" name="Google Shape;301;p18"/>
            <p:cNvSpPr/>
            <p:nvPr/>
          </p:nvSpPr>
          <p:spPr>
            <a:xfrm>
              <a:off x="3221863"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2" name="Google Shape;302;p18"/>
            <p:cNvPicPr preferRelativeResize="0"/>
            <p:nvPr/>
          </p:nvPicPr>
          <p:blipFill rotWithShape="1">
            <a:blip r:embed="rId27">
              <a:alphaModFix/>
            </a:blip>
            <a:srcRect b="0" l="0" r="0" t="0"/>
            <a:stretch/>
          </p:blipFill>
          <p:spPr>
            <a:xfrm>
              <a:off x="3396995" y="4014215"/>
              <a:ext cx="324612" cy="580644"/>
            </a:xfrm>
            <a:prstGeom prst="rect">
              <a:avLst/>
            </a:prstGeom>
            <a:noFill/>
            <a:ln>
              <a:noFill/>
            </a:ln>
          </p:spPr>
        </p:pic>
        <p:pic>
          <p:nvPicPr>
            <p:cNvPr id="303" name="Google Shape;303;p18"/>
            <p:cNvPicPr preferRelativeResize="0"/>
            <p:nvPr/>
          </p:nvPicPr>
          <p:blipFill rotWithShape="1">
            <a:blip r:embed="rId28">
              <a:alphaModFix/>
            </a:blip>
            <a:srcRect b="0" l="0" r="0" t="0"/>
            <a:stretch/>
          </p:blipFill>
          <p:spPr>
            <a:xfrm>
              <a:off x="3378707" y="4123943"/>
              <a:ext cx="397763" cy="411480"/>
            </a:xfrm>
            <a:prstGeom prst="rect">
              <a:avLst/>
            </a:prstGeom>
            <a:noFill/>
            <a:ln>
              <a:noFill/>
            </a:ln>
          </p:spPr>
        </p:pic>
        <p:sp>
          <p:nvSpPr>
            <p:cNvPr id="304" name="Google Shape;304;p18"/>
            <p:cNvSpPr/>
            <p:nvPr/>
          </p:nvSpPr>
          <p:spPr>
            <a:xfrm>
              <a:off x="3446907"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5" name="Google Shape;305;p18"/>
            <p:cNvPicPr preferRelativeResize="0"/>
            <p:nvPr/>
          </p:nvPicPr>
          <p:blipFill rotWithShape="1">
            <a:blip r:embed="rId11">
              <a:alphaModFix/>
            </a:blip>
            <a:srcRect b="0" l="0" r="0" t="0"/>
            <a:stretch/>
          </p:blipFill>
          <p:spPr>
            <a:xfrm>
              <a:off x="3621023" y="4014215"/>
              <a:ext cx="324612" cy="580644"/>
            </a:xfrm>
            <a:prstGeom prst="rect">
              <a:avLst/>
            </a:prstGeom>
            <a:noFill/>
            <a:ln>
              <a:noFill/>
            </a:ln>
          </p:spPr>
        </p:pic>
        <p:pic>
          <p:nvPicPr>
            <p:cNvPr id="306" name="Google Shape;306;p18"/>
            <p:cNvPicPr preferRelativeResize="0"/>
            <p:nvPr/>
          </p:nvPicPr>
          <p:blipFill rotWithShape="1">
            <a:blip r:embed="rId29">
              <a:alphaModFix/>
            </a:blip>
            <a:srcRect b="0" l="0" r="0" t="0"/>
            <a:stretch/>
          </p:blipFill>
          <p:spPr>
            <a:xfrm>
              <a:off x="3607307" y="4123943"/>
              <a:ext cx="397763" cy="411480"/>
            </a:xfrm>
            <a:prstGeom prst="rect">
              <a:avLst/>
            </a:prstGeom>
            <a:noFill/>
            <a:ln>
              <a:noFill/>
            </a:ln>
          </p:spPr>
        </p:pic>
        <p:sp>
          <p:nvSpPr>
            <p:cNvPr id="307" name="Google Shape;307;p18"/>
            <p:cNvSpPr/>
            <p:nvPr/>
          </p:nvSpPr>
          <p:spPr>
            <a:xfrm>
              <a:off x="3671951"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18"/>
            <p:cNvPicPr preferRelativeResize="0"/>
            <p:nvPr/>
          </p:nvPicPr>
          <p:blipFill rotWithShape="1">
            <a:blip r:embed="rId30">
              <a:alphaModFix/>
            </a:blip>
            <a:srcRect b="0" l="0" r="0" t="0"/>
            <a:stretch/>
          </p:blipFill>
          <p:spPr>
            <a:xfrm>
              <a:off x="3845051" y="4014215"/>
              <a:ext cx="329184" cy="580644"/>
            </a:xfrm>
            <a:prstGeom prst="rect">
              <a:avLst/>
            </a:prstGeom>
            <a:noFill/>
            <a:ln>
              <a:noFill/>
            </a:ln>
          </p:spPr>
        </p:pic>
        <p:pic>
          <p:nvPicPr>
            <p:cNvPr id="309" name="Google Shape;309;p18"/>
            <p:cNvPicPr preferRelativeResize="0"/>
            <p:nvPr/>
          </p:nvPicPr>
          <p:blipFill rotWithShape="1">
            <a:blip r:embed="rId31">
              <a:alphaModFix/>
            </a:blip>
            <a:srcRect b="0" l="0" r="0" t="0"/>
            <a:stretch/>
          </p:blipFill>
          <p:spPr>
            <a:xfrm>
              <a:off x="3831335" y="4123943"/>
              <a:ext cx="397763" cy="411480"/>
            </a:xfrm>
            <a:prstGeom prst="rect">
              <a:avLst/>
            </a:prstGeom>
            <a:noFill/>
            <a:ln>
              <a:noFill/>
            </a:ln>
          </p:spPr>
        </p:pic>
        <p:sp>
          <p:nvSpPr>
            <p:cNvPr id="310" name="Google Shape;310;p18"/>
            <p:cNvSpPr/>
            <p:nvPr/>
          </p:nvSpPr>
          <p:spPr>
            <a:xfrm>
              <a:off x="3896867"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1" name="Google Shape;311;p18"/>
            <p:cNvPicPr preferRelativeResize="0"/>
            <p:nvPr/>
          </p:nvPicPr>
          <p:blipFill rotWithShape="1">
            <a:blip r:embed="rId32">
              <a:alphaModFix/>
            </a:blip>
            <a:srcRect b="0" l="0" r="0" t="0"/>
            <a:stretch/>
          </p:blipFill>
          <p:spPr>
            <a:xfrm>
              <a:off x="4073651" y="4014215"/>
              <a:ext cx="324612" cy="580644"/>
            </a:xfrm>
            <a:prstGeom prst="rect">
              <a:avLst/>
            </a:prstGeom>
            <a:noFill/>
            <a:ln>
              <a:noFill/>
            </a:ln>
          </p:spPr>
        </p:pic>
        <p:pic>
          <p:nvPicPr>
            <p:cNvPr id="312" name="Google Shape;312;p18"/>
            <p:cNvPicPr preferRelativeResize="0"/>
            <p:nvPr/>
          </p:nvPicPr>
          <p:blipFill rotWithShape="1">
            <a:blip r:embed="rId33">
              <a:alphaModFix/>
            </a:blip>
            <a:srcRect b="0" l="0" r="0" t="0"/>
            <a:stretch/>
          </p:blipFill>
          <p:spPr>
            <a:xfrm>
              <a:off x="4055363" y="4123943"/>
              <a:ext cx="397763" cy="411480"/>
            </a:xfrm>
            <a:prstGeom prst="rect">
              <a:avLst/>
            </a:prstGeom>
            <a:noFill/>
            <a:ln>
              <a:noFill/>
            </a:ln>
          </p:spPr>
        </p:pic>
        <p:sp>
          <p:nvSpPr>
            <p:cNvPr id="313" name="Google Shape;313;p18"/>
            <p:cNvSpPr/>
            <p:nvPr/>
          </p:nvSpPr>
          <p:spPr>
            <a:xfrm>
              <a:off x="4121911"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4" name="Google Shape;314;p18"/>
            <p:cNvPicPr preferRelativeResize="0"/>
            <p:nvPr/>
          </p:nvPicPr>
          <p:blipFill rotWithShape="1">
            <a:blip r:embed="rId34">
              <a:alphaModFix/>
            </a:blip>
            <a:srcRect b="0" l="0" r="0" t="0"/>
            <a:stretch/>
          </p:blipFill>
          <p:spPr>
            <a:xfrm>
              <a:off x="4297680" y="4014215"/>
              <a:ext cx="324612" cy="580644"/>
            </a:xfrm>
            <a:prstGeom prst="rect">
              <a:avLst/>
            </a:prstGeom>
            <a:noFill/>
            <a:ln>
              <a:noFill/>
            </a:ln>
          </p:spPr>
        </p:pic>
        <p:pic>
          <p:nvPicPr>
            <p:cNvPr id="315" name="Google Shape;315;p18"/>
            <p:cNvPicPr preferRelativeResize="0"/>
            <p:nvPr/>
          </p:nvPicPr>
          <p:blipFill rotWithShape="1">
            <a:blip r:embed="rId35">
              <a:alphaModFix/>
            </a:blip>
            <a:srcRect b="0" l="0" r="0" t="0"/>
            <a:stretch/>
          </p:blipFill>
          <p:spPr>
            <a:xfrm>
              <a:off x="4279392" y="4123943"/>
              <a:ext cx="397763" cy="411480"/>
            </a:xfrm>
            <a:prstGeom prst="rect">
              <a:avLst/>
            </a:prstGeom>
            <a:noFill/>
            <a:ln>
              <a:noFill/>
            </a:ln>
          </p:spPr>
        </p:pic>
        <p:sp>
          <p:nvSpPr>
            <p:cNvPr id="316" name="Google Shape;316;p18"/>
            <p:cNvSpPr/>
            <p:nvPr/>
          </p:nvSpPr>
          <p:spPr>
            <a:xfrm>
              <a:off x="4346956"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7" name="Google Shape;317;p18"/>
            <p:cNvPicPr preferRelativeResize="0"/>
            <p:nvPr/>
          </p:nvPicPr>
          <p:blipFill rotWithShape="1">
            <a:blip r:embed="rId36">
              <a:alphaModFix/>
            </a:blip>
            <a:srcRect b="0" l="0" r="0" t="0"/>
            <a:stretch/>
          </p:blipFill>
          <p:spPr>
            <a:xfrm>
              <a:off x="4521707" y="4014215"/>
              <a:ext cx="324612" cy="580644"/>
            </a:xfrm>
            <a:prstGeom prst="rect">
              <a:avLst/>
            </a:prstGeom>
            <a:noFill/>
            <a:ln>
              <a:noFill/>
            </a:ln>
          </p:spPr>
        </p:pic>
        <p:pic>
          <p:nvPicPr>
            <p:cNvPr id="318" name="Google Shape;318;p18"/>
            <p:cNvPicPr preferRelativeResize="0"/>
            <p:nvPr/>
          </p:nvPicPr>
          <p:blipFill rotWithShape="1">
            <a:blip r:embed="rId37">
              <a:alphaModFix/>
            </a:blip>
            <a:srcRect b="0" l="0" r="0" t="0"/>
            <a:stretch/>
          </p:blipFill>
          <p:spPr>
            <a:xfrm>
              <a:off x="4503419" y="4123943"/>
              <a:ext cx="397763" cy="411480"/>
            </a:xfrm>
            <a:prstGeom prst="rect">
              <a:avLst/>
            </a:prstGeom>
            <a:noFill/>
            <a:ln>
              <a:noFill/>
            </a:ln>
          </p:spPr>
        </p:pic>
        <p:sp>
          <p:nvSpPr>
            <p:cNvPr id="319" name="Google Shape;319;p18"/>
            <p:cNvSpPr/>
            <p:nvPr/>
          </p:nvSpPr>
          <p:spPr>
            <a:xfrm>
              <a:off x="4571999"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0" name="Google Shape;320;p18"/>
            <p:cNvPicPr preferRelativeResize="0"/>
            <p:nvPr/>
          </p:nvPicPr>
          <p:blipFill rotWithShape="1">
            <a:blip r:embed="rId38">
              <a:alphaModFix/>
            </a:blip>
            <a:srcRect b="0" l="0" r="0" t="0"/>
            <a:stretch/>
          </p:blipFill>
          <p:spPr>
            <a:xfrm>
              <a:off x="4745736" y="4014215"/>
              <a:ext cx="324612" cy="580644"/>
            </a:xfrm>
            <a:prstGeom prst="rect">
              <a:avLst/>
            </a:prstGeom>
            <a:noFill/>
            <a:ln>
              <a:noFill/>
            </a:ln>
          </p:spPr>
        </p:pic>
        <p:pic>
          <p:nvPicPr>
            <p:cNvPr id="321" name="Google Shape;321;p18"/>
            <p:cNvPicPr preferRelativeResize="0"/>
            <p:nvPr/>
          </p:nvPicPr>
          <p:blipFill rotWithShape="1">
            <a:blip r:embed="rId39">
              <a:alphaModFix/>
            </a:blip>
            <a:srcRect b="0" l="0" r="0" t="0"/>
            <a:stretch/>
          </p:blipFill>
          <p:spPr>
            <a:xfrm>
              <a:off x="4732019" y="4123943"/>
              <a:ext cx="397763" cy="411480"/>
            </a:xfrm>
            <a:prstGeom prst="rect">
              <a:avLst/>
            </a:prstGeom>
            <a:noFill/>
            <a:ln>
              <a:noFill/>
            </a:ln>
          </p:spPr>
        </p:pic>
        <p:sp>
          <p:nvSpPr>
            <p:cNvPr id="322" name="Google Shape;322;p18"/>
            <p:cNvSpPr/>
            <p:nvPr/>
          </p:nvSpPr>
          <p:spPr>
            <a:xfrm>
              <a:off x="4797043"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3" name="Google Shape;323;p18"/>
            <p:cNvPicPr preferRelativeResize="0"/>
            <p:nvPr/>
          </p:nvPicPr>
          <p:blipFill rotWithShape="1">
            <a:blip r:embed="rId40">
              <a:alphaModFix/>
            </a:blip>
            <a:srcRect b="0" l="0" r="0" t="0"/>
            <a:stretch/>
          </p:blipFill>
          <p:spPr>
            <a:xfrm>
              <a:off x="4969763" y="4014215"/>
              <a:ext cx="329184" cy="580644"/>
            </a:xfrm>
            <a:prstGeom prst="rect">
              <a:avLst/>
            </a:prstGeom>
            <a:noFill/>
            <a:ln>
              <a:noFill/>
            </a:ln>
          </p:spPr>
        </p:pic>
        <p:pic>
          <p:nvPicPr>
            <p:cNvPr id="324" name="Google Shape;324;p18"/>
            <p:cNvPicPr preferRelativeResize="0"/>
            <p:nvPr/>
          </p:nvPicPr>
          <p:blipFill rotWithShape="1">
            <a:blip r:embed="rId41">
              <a:alphaModFix/>
            </a:blip>
            <a:srcRect b="0" l="0" r="0" t="0"/>
            <a:stretch/>
          </p:blipFill>
          <p:spPr>
            <a:xfrm>
              <a:off x="4956048" y="4123943"/>
              <a:ext cx="397763" cy="411480"/>
            </a:xfrm>
            <a:prstGeom prst="rect">
              <a:avLst/>
            </a:prstGeom>
            <a:noFill/>
            <a:ln>
              <a:noFill/>
            </a:ln>
          </p:spPr>
        </p:pic>
        <p:sp>
          <p:nvSpPr>
            <p:cNvPr id="325" name="Google Shape;325;p18"/>
            <p:cNvSpPr/>
            <p:nvPr/>
          </p:nvSpPr>
          <p:spPr>
            <a:xfrm>
              <a:off x="5022087"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6" name="Google Shape;326;p18"/>
            <p:cNvPicPr preferRelativeResize="0"/>
            <p:nvPr/>
          </p:nvPicPr>
          <p:blipFill rotWithShape="1">
            <a:blip r:embed="rId42">
              <a:alphaModFix/>
            </a:blip>
            <a:srcRect b="0" l="0" r="0" t="0"/>
            <a:stretch/>
          </p:blipFill>
          <p:spPr>
            <a:xfrm>
              <a:off x="5198363" y="4014215"/>
              <a:ext cx="324612" cy="580644"/>
            </a:xfrm>
            <a:prstGeom prst="rect">
              <a:avLst/>
            </a:prstGeom>
            <a:noFill/>
            <a:ln>
              <a:noFill/>
            </a:ln>
          </p:spPr>
        </p:pic>
        <p:pic>
          <p:nvPicPr>
            <p:cNvPr id="327" name="Google Shape;327;p18"/>
            <p:cNvPicPr preferRelativeResize="0"/>
            <p:nvPr/>
          </p:nvPicPr>
          <p:blipFill rotWithShape="1">
            <a:blip r:embed="rId43">
              <a:alphaModFix/>
            </a:blip>
            <a:srcRect b="0" l="0" r="0" t="0"/>
            <a:stretch/>
          </p:blipFill>
          <p:spPr>
            <a:xfrm>
              <a:off x="5180075" y="4123943"/>
              <a:ext cx="397763" cy="411480"/>
            </a:xfrm>
            <a:prstGeom prst="rect">
              <a:avLst/>
            </a:prstGeom>
            <a:noFill/>
            <a:ln>
              <a:noFill/>
            </a:ln>
          </p:spPr>
        </p:pic>
        <p:sp>
          <p:nvSpPr>
            <p:cNvPr id="328" name="Google Shape;328;p18"/>
            <p:cNvSpPr/>
            <p:nvPr/>
          </p:nvSpPr>
          <p:spPr>
            <a:xfrm>
              <a:off x="5247131"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9" name="Google Shape;329;p18"/>
            <p:cNvPicPr preferRelativeResize="0"/>
            <p:nvPr/>
          </p:nvPicPr>
          <p:blipFill rotWithShape="1">
            <a:blip r:embed="rId27">
              <a:alphaModFix/>
            </a:blip>
            <a:srcRect b="0" l="0" r="0" t="0"/>
            <a:stretch/>
          </p:blipFill>
          <p:spPr>
            <a:xfrm>
              <a:off x="5422392" y="4014215"/>
              <a:ext cx="324612" cy="580644"/>
            </a:xfrm>
            <a:prstGeom prst="rect">
              <a:avLst/>
            </a:prstGeom>
            <a:noFill/>
            <a:ln>
              <a:noFill/>
            </a:ln>
          </p:spPr>
        </p:pic>
        <p:pic>
          <p:nvPicPr>
            <p:cNvPr id="330" name="Google Shape;330;p18"/>
            <p:cNvPicPr preferRelativeResize="0"/>
            <p:nvPr/>
          </p:nvPicPr>
          <p:blipFill rotWithShape="1">
            <a:blip r:embed="rId44">
              <a:alphaModFix/>
            </a:blip>
            <a:srcRect b="0" l="0" r="0" t="0"/>
            <a:stretch/>
          </p:blipFill>
          <p:spPr>
            <a:xfrm>
              <a:off x="5404104" y="4123943"/>
              <a:ext cx="397763" cy="411480"/>
            </a:xfrm>
            <a:prstGeom prst="rect">
              <a:avLst/>
            </a:prstGeom>
            <a:noFill/>
            <a:ln>
              <a:noFill/>
            </a:ln>
          </p:spPr>
        </p:pic>
        <p:sp>
          <p:nvSpPr>
            <p:cNvPr id="331" name="Google Shape;331;p18"/>
            <p:cNvSpPr/>
            <p:nvPr/>
          </p:nvSpPr>
          <p:spPr>
            <a:xfrm>
              <a:off x="5472049"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2" name="Google Shape;332;p18"/>
            <p:cNvPicPr preferRelativeResize="0"/>
            <p:nvPr/>
          </p:nvPicPr>
          <p:blipFill rotWithShape="1">
            <a:blip r:embed="rId45">
              <a:alphaModFix/>
            </a:blip>
            <a:srcRect b="0" l="0" r="0" t="0"/>
            <a:stretch/>
          </p:blipFill>
          <p:spPr>
            <a:xfrm>
              <a:off x="5646419" y="4014215"/>
              <a:ext cx="324612" cy="580644"/>
            </a:xfrm>
            <a:prstGeom prst="rect">
              <a:avLst/>
            </a:prstGeom>
            <a:noFill/>
            <a:ln>
              <a:noFill/>
            </a:ln>
          </p:spPr>
        </p:pic>
        <p:pic>
          <p:nvPicPr>
            <p:cNvPr id="333" name="Google Shape;333;p18"/>
            <p:cNvPicPr preferRelativeResize="0"/>
            <p:nvPr/>
          </p:nvPicPr>
          <p:blipFill rotWithShape="1">
            <a:blip r:embed="rId46">
              <a:alphaModFix/>
            </a:blip>
            <a:srcRect b="0" l="0" r="0" t="0"/>
            <a:stretch/>
          </p:blipFill>
          <p:spPr>
            <a:xfrm>
              <a:off x="5628131" y="4123943"/>
              <a:ext cx="397763" cy="411480"/>
            </a:xfrm>
            <a:prstGeom prst="rect">
              <a:avLst/>
            </a:prstGeom>
            <a:noFill/>
            <a:ln>
              <a:noFill/>
            </a:ln>
          </p:spPr>
        </p:pic>
        <p:sp>
          <p:nvSpPr>
            <p:cNvPr id="334" name="Google Shape;334;p18"/>
            <p:cNvSpPr/>
            <p:nvPr/>
          </p:nvSpPr>
          <p:spPr>
            <a:xfrm>
              <a:off x="5697093" y="4045838"/>
              <a:ext cx="225425" cy="480059"/>
            </a:xfrm>
            <a:custGeom>
              <a:rect b="b" l="l" r="r" t="t"/>
              <a:pathLst>
                <a:path extrusionOk="0" h="480060" w="225425">
                  <a:moveTo>
                    <a:pt x="225018" y="0"/>
                  </a:moveTo>
                  <a:lnTo>
                    <a:pt x="0" y="0"/>
                  </a:lnTo>
                  <a:lnTo>
                    <a:pt x="0" y="480060"/>
                  </a:lnTo>
                  <a:lnTo>
                    <a:pt x="225018" y="480060"/>
                  </a:lnTo>
                  <a:lnTo>
                    <a:pt x="225018" y="0"/>
                  </a:lnTo>
                  <a:close/>
                </a:path>
              </a:pathLst>
            </a:custGeom>
            <a:solidFill>
              <a:srgbClr val="C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8"/>
            <p:cNvSpPr/>
            <p:nvPr/>
          </p:nvSpPr>
          <p:spPr>
            <a:xfrm>
              <a:off x="5697093"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6" name="Google Shape;336;p18"/>
            <p:cNvPicPr preferRelativeResize="0"/>
            <p:nvPr/>
          </p:nvPicPr>
          <p:blipFill rotWithShape="1">
            <a:blip r:embed="rId47">
              <a:alphaModFix/>
            </a:blip>
            <a:srcRect b="0" l="0" r="0" t="0"/>
            <a:stretch/>
          </p:blipFill>
          <p:spPr>
            <a:xfrm>
              <a:off x="5870448" y="4014215"/>
              <a:ext cx="329184" cy="580644"/>
            </a:xfrm>
            <a:prstGeom prst="rect">
              <a:avLst/>
            </a:prstGeom>
            <a:noFill/>
            <a:ln>
              <a:noFill/>
            </a:ln>
          </p:spPr>
        </p:pic>
        <p:pic>
          <p:nvPicPr>
            <p:cNvPr id="337" name="Google Shape;337;p18"/>
            <p:cNvPicPr preferRelativeResize="0"/>
            <p:nvPr/>
          </p:nvPicPr>
          <p:blipFill rotWithShape="1">
            <a:blip r:embed="rId48">
              <a:alphaModFix/>
            </a:blip>
            <a:srcRect b="0" l="0" r="0" t="0"/>
            <a:stretch/>
          </p:blipFill>
          <p:spPr>
            <a:xfrm>
              <a:off x="5856731" y="4123943"/>
              <a:ext cx="397763" cy="411480"/>
            </a:xfrm>
            <a:prstGeom prst="rect">
              <a:avLst/>
            </a:prstGeom>
            <a:noFill/>
            <a:ln>
              <a:noFill/>
            </a:ln>
          </p:spPr>
        </p:pic>
        <p:sp>
          <p:nvSpPr>
            <p:cNvPr id="338" name="Google Shape;338;p18"/>
            <p:cNvSpPr/>
            <p:nvPr/>
          </p:nvSpPr>
          <p:spPr>
            <a:xfrm>
              <a:off x="5922137"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9" name="Google Shape;339;p18"/>
            <p:cNvPicPr preferRelativeResize="0"/>
            <p:nvPr/>
          </p:nvPicPr>
          <p:blipFill rotWithShape="1">
            <a:blip r:embed="rId49">
              <a:alphaModFix/>
            </a:blip>
            <a:srcRect b="0" l="0" r="0" t="0"/>
            <a:stretch/>
          </p:blipFill>
          <p:spPr>
            <a:xfrm>
              <a:off x="6094475" y="4014215"/>
              <a:ext cx="329184" cy="580644"/>
            </a:xfrm>
            <a:prstGeom prst="rect">
              <a:avLst/>
            </a:prstGeom>
            <a:noFill/>
            <a:ln>
              <a:noFill/>
            </a:ln>
          </p:spPr>
        </p:pic>
        <p:pic>
          <p:nvPicPr>
            <p:cNvPr id="340" name="Google Shape;340;p18"/>
            <p:cNvPicPr preferRelativeResize="0"/>
            <p:nvPr/>
          </p:nvPicPr>
          <p:blipFill rotWithShape="1">
            <a:blip r:embed="rId50">
              <a:alphaModFix/>
            </a:blip>
            <a:srcRect b="0" l="0" r="0" t="0"/>
            <a:stretch/>
          </p:blipFill>
          <p:spPr>
            <a:xfrm>
              <a:off x="6080760" y="4123943"/>
              <a:ext cx="397763" cy="411480"/>
            </a:xfrm>
            <a:prstGeom prst="rect">
              <a:avLst/>
            </a:prstGeom>
            <a:noFill/>
            <a:ln>
              <a:noFill/>
            </a:ln>
          </p:spPr>
        </p:pic>
        <p:sp>
          <p:nvSpPr>
            <p:cNvPr id="341" name="Google Shape;341;p18"/>
            <p:cNvSpPr/>
            <p:nvPr/>
          </p:nvSpPr>
          <p:spPr>
            <a:xfrm>
              <a:off x="6147181"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2" name="Google Shape;342;p18"/>
            <p:cNvPicPr preferRelativeResize="0"/>
            <p:nvPr/>
          </p:nvPicPr>
          <p:blipFill rotWithShape="1">
            <a:blip r:embed="rId51">
              <a:alphaModFix/>
            </a:blip>
            <a:srcRect b="0" l="0" r="0" t="0"/>
            <a:stretch/>
          </p:blipFill>
          <p:spPr>
            <a:xfrm>
              <a:off x="6323075" y="4014215"/>
              <a:ext cx="324611" cy="580644"/>
            </a:xfrm>
            <a:prstGeom prst="rect">
              <a:avLst/>
            </a:prstGeom>
            <a:noFill/>
            <a:ln>
              <a:noFill/>
            </a:ln>
          </p:spPr>
        </p:pic>
        <p:pic>
          <p:nvPicPr>
            <p:cNvPr id="343" name="Google Shape;343;p18"/>
            <p:cNvPicPr preferRelativeResize="0"/>
            <p:nvPr/>
          </p:nvPicPr>
          <p:blipFill rotWithShape="1">
            <a:blip r:embed="rId52">
              <a:alphaModFix/>
            </a:blip>
            <a:srcRect b="0" l="0" r="0" t="0"/>
            <a:stretch/>
          </p:blipFill>
          <p:spPr>
            <a:xfrm>
              <a:off x="6304787" y="4123943"/>
              <a:ext cx="397763" cy="411480"/>
            </a:xfrm>
            <a:prstGeom prst="rect">
              <a:avLst/>
            </a:prstGeom>
            <a:noFill/>
            <a:ln>
              <a:noFill/>
            </a:ln>
          </p:spPr>
        </p:pic>
        <p:sp>
          <p:nvSpPr>
            <p:cNvPr id="344" name="Google Shape;344;p18"/>
            <p:cNvSpPr/>
            <p:nvPr/>
          </p:nvSpPr>
          <p:spPr>
            <a:xfrm>
              <a:off x="6372224"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5" name="Google Shape;345;p18"/>
            <p:cNvPicPr preferRelativeResize="0"/>
            <p:nvPr/>
          </p:nvPicPr>
          <p:blipFill rotWithShape="1">
            <a:blip r:embed="rId53">
              <a:alphaModFix/>
            </a:blip>
            <a:srcRect b="0" l="0" r="0" t="0"/>
            <a:stretch/>
          </p:blipFill>
          <p:spPr>
            <a:xfrm>
              <a:off x="6547104" y="4014215"/>
              <a:ext cx="324611" cy="580644"/>
            </a:xfrm>
            <a:prstGeom prst="rect">
              <a:avLst/>
            </a:prstGeom>
            <a:noFill/>
            <a:ln>
              <a:noFill/>
            </a:ln>
          </p:spPr>
        </p:pic>
        <p:pic>
          <p:nvPicPr>
            <p:cNvPr id="346" name="Google Shape;346;p18"/>
            <p:cNvPicPr preferRelativeResize="0"/>
            <p:nvPr/>
          </p:nvPicPr>
          <p:blipFill rotWithShape="1">
            <a:blip r:embed="rId54">
              <a:alphaModFix/>
            </a:blip>
            <a:srcRect b="0" l="0" r="0" t="0"/>
            <a:stretch/>
          </p:blipFill>
          <p:spPr>
            <a:xfrm>
              <a:off x="6528816" y="4123943"/>
              <a:ext cx="397764" cy="411480"/>
            </a:xfrm>
            <a:prstGeom prst="rect">
              <a:avLst/>
            </a:prstGeom>
            <a:noFill/>
            <a:ln>
              <a:noFill/>
            </a:ln>
          </p:spPr>
        </p:pic>
        <p:sp>
          <p:nvSpPr>
            <p:cNvPr id="347" name="Google Shape;347;p18"/>
            <p:cNvSpPr/>
            <p:nvPr/>
          </p:nvSpPr>
          <p:spPr>
            <a:xfrm>
              <a:off x="6597268"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8" name="Google Shape;348;p18"/>
            <p:cNvPicPr preferRelativeResize="0"/>
            <p:nvPr/>
          </p:nvPicPr>
          <p:blipFill rotWithShape="1">
            <a:blip r:embed="rId55">
              <a:alphaModFix/>
            </a:blip>
            <a:srcRect b="0" l="0" r="0" t="0"/>
            <a:stretch/>
          </p:blipFill>
          <p:spPr>
            <a:xfrm>
              <a:off x="6771131" y="4014215"/>
              <a:ext cx="324611" cy="580644"/>
            </a:xfrm>
            <a:prstGeom prst="rect">
              <a:avLst/>
            </a:prstGeom>
            <a:noFill/>
            <a:ln>
              <a:noFill/>
            </a:ln>
          </p:spPr>
        </p:pic>
        <p:pic>
          <p:nvPicPr>
            <p:cNvPr id="349" name="Google Shape;349;p18"/>
            <p:cNvPicPr preferRelativeResize="0"/>
            <p:nvPr/>
          </p:nvPicPr>
          <p:blipFill rotWithShape="1">
            <a:blip r:embed="rId56">
              <a:alphaModFix/>
            </a:blip>
            <a:srcRect b="0" l="0" r="0" t="0"/>
            <a:stretch/>
          </p:blipFill>
          <p:spPr>
            <a:xfrm>
              <a:off x="6757416" y="4123943"/>
              <a:ext cx="397764" cy="411480"/>
            </a:xfrm>
            <a:prstGeom prst="rect">
              <a:avLst/>
            </a:prstGeom>
            <a:noFill/>
            <a:ln>
              <a:noFill/>
            </a:ln>
          </p:spPr>
        </p:pic>
        <p:sp>
          <p:nvSpPr>
            <p:cNvPr id="350" name="Google Shape;350;p18"/>
            <p:cNvSpPr/>
            <p:nvPr/>
          </p:nvSpPr>
          <p:spPr>
            <a:xfrm>
              <a:off x="6822312"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1" name="Google Shape;351;p18"/>
            <p:cNvPicPr preferRelativeResize="0"/>
            <p:nvPr/>
          </p:nvPicPr>
          <p:blipFill rotWithShape="1">
            <a:blip r:embed="rId13">
              <a:alphaModFix/>
            </a:blip>
            <a:srcRect b="0" l="0" r="0" t="0"/>
            <a:stretch/>
          </p:blipFill>
          <p:spPr>
            <a:xfrm>
              <a:off x="6995160" y="4014215"/>
              <a:ext cx="329183" cy="580644"/>
            </a:xfrm>
            <a:prstGeom prst="rect">
              <a:avLst/>
            </a:prstGeom>
            <a:noFill/>
            <a:ln>
              <a:noFill/>
            </a:ln>
          </p:spPr>
        </p:pic>
        <p:pic>
          <p:nvPicPr>
            <p:cNvPr id="352" name="Google Shape;352;p18"/>
            <p:cNvPicPr preferRelativeResize="0"/>
            <p:nvPr/>
          </p:nvPicPr>
          <p:blipFill rotWithShape="1">
            <a:blip r:embed="rId57">
              <a:alphaModFix/>
            </a:blip>
            <a:srcRect b="0" l="0" r="0" t="0"/>
            <a:stretch/>
          </p:blipFill>
          <p:spPr>
            <a:xfrm>
              <a:off x="6981443" y="4123943"/>
              <a:ext cx="397764" cy="411480"/>
            </a:xfrm>
            <a:prstGeom prst="rect">
              <a:avLst/>
            </a:prstGeom>
            <a:noFill/>
            <a:ln>
              <a:noFill/>
            </a:ln>
          </p:spPr>
        </p:pic>
        <p:sp>
          <p:nvSpPr>
            <p:cNvPr id="353" name="Google Shape;353;p18"/>
            <p:cNvSpPr/>
            <p:nvPr/>
          </p:nvSpPr>
          <p:spPr>
            <a:xfrm>
              <a:off x="7047230"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4" name="Google Shape;354;p18"/>
            <p:cNvPicPr preferRelativeResize="0"/>
            <p:nvPr/>
          </p:nvPicPr>
          <p:blipFill rotWithShape="1">
            <a:blip r:embed="rId58">
              <a:alphaModFix/>
            </a:blip>
            <a:srcRect b="0" l="0" r="0" t="0"/>
            <a:stretch/>
          </p:blipFill>
          <p:spPr>
            <a:xfrm>
              <a:off x="7223760" y="4014215"/>
              <a:ext cx="324611" cy="580644"/>
            </a:xfrm>
            <a:prstGeom prst="rect">
              <a:avLst/>
            </a:prstGeom>
            <a:noFill/>
            <a:ln>
              <a:noFill/>
            </a:ln>
          </p:spPr>
        </p:pic>
        <p:pic>
          <p:nvPicPr>
            <p:cNvPr id="355" name="Google Shape;355;p18"/>
            <p:cNvPicPr preferRelativeResize="0"/>
            <p:nvPr/>
          </p:nvPicPr>
          <p:blipFill rotWithShape="1">
            <a:blip r:embed="rId59">
              <a:alphaModFix/>
            </a:blip>
            <a:srcRect b="0" l="0" r="0" t="0"/>
            <a:stretch/>
          </p:blipFill>
          <p:spPr>
            <a:xfrm>
              <a:off x="7205472" y="4123943"/>
              <a:ext cx="397764" cy="411480"/>
            </a:xfrm>
            <a:prstGeom prst="rect">
              <a:avLst/>
            </a:prstGeom>
            <a:noFill/>
            <a:ln>
              <a:noFill/>
            </a:ln>
          </p:spPr>
        </p:pic>
        <p:sp>
          <p:nvSpPr>
            <p:cNvPr id="356" name="Google Shape;356;p18"/>
            <p:cNvSpPr/>
            <p:nvPr/>
          </p:nvSpPr>
          <p:spPr>
            <a:xfrm>
              <a:off x="7272274"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7" name="Google Shape;357;p18"/>
            <p:cNvPicPr preferRelativeResize="0"/>
            <p:nvPr/>
          </p:nvPicPr>
          <p:blipFill rotWithShape="1">
            <a:blip r:embed="rId60">
              <a:alphaModFix/>
            </a:blip>
            <a:srcRect b="0" l="0" r="0" t="0"/>
            <a:stretch/>
          </p:blipFill>
          <p:spPr>
            <a:xfrm>
              <a:off x="7447787" y="4014215"/>
              <a:ext cx="324611" cy="580644"/>
            </a:xfrm>
            <a:prstGeom prst="rect">
              <a:avLst/>
            </a:prstGeom>
            <a:noFill/>
            <a:ln>
              <a:noFill/>
            </a:ln>
          </p:spPr>
        </p:pic>
        <p:pic>
          <p:nvPicPr>
            <p:cNvPr id="358" name="Google Shape;358;p18"/>
            <p:cNvPicPr preferRelativeResize="0"/>
            <p:nvPr/>
          </p:nvPicPr>
          <p:blipFill rotWithShape="1">
            <a:blip r:embed="rId61">
              <a:alphaModFix/>
            </a:blip>
            <a:srcRect b="0" l="0" r="0" t="0"/>
            <a:stretch/>
          </p:blipFill>
          <p:spPr>
            <a:xfrm>
              <a:off x="7429499" y="4123943"/>
              <a:ext cx="397764" cy="411480"/>
            </a:xfrm>
            <a:prstGeom prst="rect">
              <a:avLst/>
            </a:prstGeom>
            <a:noFill/>
            <a:ln>
              <a:noFill/>
            </a:ln>
          </p:spPr>
        </p:pic>
        <p:sp>
          <p:nvSpPr>
            <p:cNvPr id="359" name="Google Shape;359;p18"/>
            <p:cNvSpPr/>
            <p:nvPr/>
          </p:nvSpPr>
          <p:spPr>
            <a:xfrm>
              <a:off x="7497318"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0" name="Google Shape;360;p18"/>
            <p:cNvPicPr preferRelativeResize="0"/>
            <p:nvPr/>
          </p:nvPicPr>
          <p:blipFill rotWithShape="1">
            <a:blip r:embed="rId62">
              <a:alphaModFix/>
            </a:blip>
            <a:srcRect b="0" l="0" r="0" t="0"/>
            <a:stretch/>
          </p:blipFill>
          <p:spPr>
            <a:xfrm>
              <a:off x="7671816" y="4014215"/>
              <a:ext cx="324611" cy="580644"/>
            </a:xfrm>
            <a:prstGeom prst="rect">
              <a:avLst/>
            </a:prstGeom>
            <a:noFill/>
            <a:ln>
              <a:noFill/>
            </a:ln>
          </p:spPr>
        </p:pic>
        <p:pic>
          <p:nvPicPr>
            <p:cNvPr id="361" name="Google Shape;361;p18"/>
            <p:cNvPicPr preferRelativeResize="0"/>
            <p:nvPr/>
          </p:nvPicPr>
          <p:blipFill rotWithShape="1">
            <a:blip r:embed="rId63">
              <a:alphaModFix/>
            </a:blip>
            <a:srcRect b="0" l="0" r="0" t="0"/>
            <a:stretch/>
          </p:blipFill>
          <p:spPr>
            <a:xfrm>
              <a:off x="7653527" y="4123943"/>
              <a:ext cx="397764" cy="411480"/>
            </a:xfrm>
            <a:prstGeom prst="rect">
              <a:avLst/>
            </a:prstGeom>
            <a:noFill/>
            <a:ln>
              <a:noFill/>
            </a:ln>
          </p:spPr>
        </p:pic>
        <p:sp>
          <p:nvSpPr>
            <p:cNvPr id="362" name="Google Shape;362;p18"/>
            <p:cNvSpPr/>
            <p:nvPr/>
          </p:nvSpPr>
          <p:spPr>
            <a:xfrm>
              <a:off x="7722361" y="4045838"/>
              <a:ext cx="225425" cy="480059"/>
            </a:xfrm>
            <a:custGeom>
              <a:rect b="b" l="l" r="r" t="t"/>
              <a:pathLst>
                <a:path extrusionOk="0" h="480060" w="225425">
                  <a:moveTo>
                    <a:pt x="0" y="480060"/>
                  </a:moveTo>
                  <a:lnTo>
                    <a:pt x="225018" y="480060"/>
                  </a:lnTo>
                  <a:lnTo>
                    <a:pt x="225018" y="0"/>
                  </a:lnTo>
                  <a:lnTo>
                    <a:pt x="0" y="0"/>
                  </a:lnTo>
                  <a:lnTo>
                    <a:pt x="0" y="480060"/>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3" name="Google Shape;363;p18"/>
          <p:cNvSpPr txBox="1"/>
          <p:nvPr/>
        </p:nvSpPr>
        <p:spPr>
          <a:xfrm>
            <a:off x="1034897" y="4180078"/>
            <a:ext cx="7078980" cy="20701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150"/>
              <a:buFont typeface="Arial"/>
              <a:buNone/>
            </a:pPr>
            <a:r>
              <a:rPr b="0" i="0" lang="en-US" sz="1150" u="none" cap="none" strike="noStrike">
                <a:solidFill>
                  <a:srgbClr val="FF9933"/>
                </a:solidFill>
                <a:latin typeface="Arial"/>
                <a:ea typeface="Arial"/>
                <a:cs typeface="Arial"/>
                <a:sym typeface="Arial"/>
              </a:rPr>
              <a:t>0	1	2	3	4	5	6	7	</a:t>
            </a:r>
            <a:r>
              <a:rPr b="0" i="0" lang="en-US" sz="1150" u="none" cap="none" strike="noStrike">
                <a:solidFill>
                  <a:srgbClr val="62C7C7"/>
                </a:solidFill>
                <a:latin typeface="Arial"/>
                <a:ea typeface="Arial"/>
                <a:cs typeface="Arial"/>
                <a:sym typeface="Arial"/>
              </a:rPr>
              <a:t>0	1	2	3	4	5	6	7	</a:t>
            </a:r>
            <a:r>
              <a:rPr b="0" i="0" lang="en-US" sz="1150" u="none" cap="none" strike="noStrike">
                <a:solidFill>
                  <a:srgbClr val="6F2F9F"/>
                </a:solidFill>
                <a:latin typeface="Arial"/>
                <a:ea typeface="Arial"/>
                <a:cs typeface="Arial"/>
                <a:sym typeface="Arial"/>
              </a:rPr>
              <a:t>0	1	2	3	4	</a:t>
            </a:r>
            <a:r>
              <a:rPr b="0" i="0" lang="en-US" sz="1150" u="none" cap="none" strike="noStrike">
                <a:solidFill>
                  <a:srgbClr val="FFFFFF"/>
                </a:solidFill>
                <a:latin typeface="Arial"/>
                <a:ea typeface="Arial"/>
                <a:cs typeface="Arial"/>
                <a:sym typeface="Arial"/>
              </a:rPr>
              <a:t>5	</a:t>
            </a:r>
            <a:r>
              <a:rPr b="0" i="0" lang="en-US" sz="1150" u="none" cap="none" strike="noStrike">
                <a:solidFill>
                  <a:srgbClr val="6F2F9F"/>
                </a:solidFill>
                <a:latin typeface="Arial"/>
                <a:ea typeface="Arial"/>
                <a:cs typeface="Arial"/>
                <a:sym typeface="Arial"/>
              </a:rPr>
              <a:t>6	7	</a:t>
            </a:r>
            <a:r>
              <a:rPr b="0" i="0" lang="en-US" sz="1150" u="none" cap="none" strike="noStrike">
                <a:solidFill>
                  <a:srgbClr val="C00000"/>
                </a:solidFill>
                <a:latin typeface="Arial"/>
                <a:ea typeface="Arial"/>
                <a:cs typeface="Arial"/>
                <a:sym typeface="Arial"/>
              </a:rPr>
              <a:t>0	1	2	3	4	5	6	7</a:t>
            </a:r>
            <a:endParaRPr b="0" i="0" sz="1150" u="none" cap="none" strike="noStrike">
              <a:solidFill>
                <a:srgbClr val="000000"/>
              </a:solidFill>
              <a:latin typeface="Arial"/>
              <a:ea typeface="Arial"/>
              <a:cs typeface="Arial"/>
              <a:sym typeface="Arial"/>
            </a:endParaRPr>
          </a:p>
        </p:txBody>
      </p:sp>
      <p:sp>
        <p:nvSpPr>
          <p:cNvPr id="364" name="Google Shape;364;p18"/>
          <p:cNvSpPr txBox="1"/>
          <p:nvPr/>
        </p:nvSpPr>
        <p:spPr>
          <a:xfrm>
            <a:off x="5341365" y="3487877"/>
            <a:ext cx="1857375" cy="26733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6F2F9F"/>
                </a:solidFill>
                <a:latin typeface="Courier New"/>
                <a:ea typeface="Courier New"/>
                <a:cs typeface="Courier New"/>
                <a:sym typeface="Courier New"/>
              </a:rPr>
              <a:t>threadIdx.x = 5</a:t>
            </a:r>
            <a:endParaRPr b="0" i="0" sz="1550" u="none" cap="none" strike="noStrike">
              <a:solidFill>
                <a:srgbClr val="000000"/>
              </a:solidFill>
              <a:latin typeface="Courier New"/>
              <a:ea typeface="Courier New"/>
              <a:cs typeface="Courier New"/>
              <a:sym typeface="Courier New"/>
            </a:endParaRPr>
          </a:p>
        </p:txBody>
      </p:sp>
      <p:sp>
        <p:nvSpPr>
          <p:cNvPr id="365" name="Google Shape;365;p18"/>
          <p:cNvSpPr/>
          <p:nvPr/>
        </p:nvSpPr>
        <p:spPr>
          <a:xfrm>
            <a:off x="4572000" y="4546472"/>
            <a:ext cx="1800225" cy="225425"/>
          </a:xfrm>
          <a:custGeom>
            <a:rect b="b" l="l" r="r" t="t"/>
            <a:pathLst>
              <a:path extrusionOk="0" h="225425" w="1800225">
                <a:moveTo>
                  <a:pt x="1800225" y="0"/>
                </a:moveTo>
                <a:lnTo>
                  <a:pt x="1793160" y="43834"/>
                </a:lnTo>
                <a:lnTo>
                  <a:pt x="1773904" y="79597"/>
                </a:lnTo>
                <a:lnTo>
                  <a:pt x="1745361" y="103691"/>
                </a:lnTo>
                <a:lnTo>
                  <a:pt x="1710436" y="112521"/>
                </a:lnTo>
                <a:lnTo>
                  <a:pt x="989838" y="112521"/>
                </a:lnTo>
                <a:lnTo>
                  <a:pt x="954913" y="121370"/>
                </a:lnTo>
                <a:lnTo>
                  <a:pt x="926369" y="145494"/>
                </a:lnTo>
                <a:lnTo>
                  <a:pt x="907113" y="181262"/>
                </a:lnTo>
                <a:lnTo>
                  <a:pt x="900049" y="225044"/>
                </a:lnTo>
                <a:lnTo>
                  <a:pt x="893004" y="181262"/>
                </a:lnTo>
                <a:lnTo>
                  <a:pt x="873791" y="145494"/>
                </a:lnTo>
                <a:lnTo>
                  <a:pt x="845292" y="121370"/>
                </a:lnTo>
                <a:lnTo>
                  <a:pt x="810387" y="112521"/>
                </a:lnTo>
                <a:lnTo>
                  <a:pt x="89788" y="112521"/>
                </a:lnTo>
                <a:lnTo>
                  <a:pt x="54810" y="103691"/>
                </a:lnTo>
                <a:lnTo>
                  <a:pt x="26273" y="79597"/>
                </a:lnTo>
                <a:lnTo>
                  <a:pt x="7046" y="43834"/>
                </a:lnTo>
                <a:lnTo>
                  <a:pt x="0" y="0"/>
                </a:lnTo>
              </a:path>
            </a:pathLst>
          </a:custGeom>
          <a:noFill/>
          <a:ln cap="flat" cmpd="sng" w="9525">
            <a:solidFill>
              <a:srgbClr val="6F2F9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8"/>
          <p:cNvSpPr txBox="1"/>
          <p:nvPr/>
        </p:nvSpPr>
        <p:spPr>
          <a:xfrm>
            <a:off x="1380236" y="4726635"/>
            <a:ext cx="6281420" cy="1755139"/>
          </a:xfrm>
          <a:prstGeom prst="rect">
            <a:avLst/>
          </a:prstGeom>
          <a:noFill/>
          <a:ln>
            <a:noFill/>
          </a:ln>
        </p:spPr>
        <p:txBody>
          <a:bodyPr anchorCtr="0" anchor="t" bIns="0" lIns="0" spcFirstLastPara="1" rIns="0" wrap="square" tIns="12700">
            <a:spAutoFit/>
          </a:bodyPr>
          <a:lstStyle/>
          <a:p>
            <a:pPr indent="0" lvl="0" marL="3138170" marR="0" rtl="0" algn="l">
              <a:lnSpc>
                <a:spcPct val="100000"/>
              </a:lnSpc>
              <a:spcBef>
                <a:spcPts val="0"/>
              </a:spcBef>
              <a:spcAft>
                <a:spcPts val="0"/>
              </a:spcAft>
              <a:buClr>
                <a:srgbClr val="000000"/>
              </a:buClr>
              <a:buSzPts val="1800"/>
              <a:buFont typeface="Arial"/>
              <a:buNone/>
            </a:pPr>
            <a:r>
              <a:rPr b="1" i="0" lang="en-US" sz="1800" u="none" cap="none" strike="noStrike">
                <a:solidFill>
                  <a:srgbClr val="6F2F9F"/>
                </a:solidFill>
                <a:latin typeface="Courier New"/>
                <a:ea typeface="Courier New"/>
                <a:cs typeface="Courier New"/>
                <a:sym typeface="Courier New"/>
              </a:rPr>
              <a:t>blockIdx.x = 2</a:t>
            </a:r>
            <a:endParaRPr b="0"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1245"/>
              </a:spcBef>
              <a:spcAft>
                <a:spcPts val="0"/>
              </a:spcAft>
              <a:buClr>
                <a:srgbClr val="000000"/>
              </a:buClr>
              <a:buSzPts val="1800"/>
              <a:buFont typeface="Arial"/>
              <a:buNone/>
            </a:pPr>
            <a:r>
              <a:t/>
            </a:r>
            <a:endParaRPr b="0" i="0" sz="1800" u="none" cap="none" strike="noStrike">
              <a:solidFill>
                <a:srgbClr val="000000"/>
              </a:solidFill>
              <a:latin typeface="Courier New"/>
              <a:ea typeface="Courier New"/>
              <a:cs typeface="Courier New"/>
              <a:sym typeface="Courier New"/>
            </a:endParaRPr>
          </a:p>
          <a:p>
            <a:pPr indent="0" lvl="0" marL="0" marR="5080" rtl="0" algn="r">
              <a:lnSpc>
                <a:spcPct val="100000"/>
              </a:lnSpc>
              <a:spcBef>
                <a:spcPts val="0"/>
              </a:spcBef>
              <a:spcAft>
                <a:spcPts val="0"/>
              </a:spcAft>
              <a:buClr>
                <a:srgbClr val="000000"/>
              </a:buClr>
              <a:buSzPts val="2000"/>
              <a:buFont typeface="Arial"/>
              <a:buNone/>
            </a:pPr>
            <a:r>
              <a:rPr b="1" i="0" lang="en-US" sz="2000" u="none" cap="none" strike="noStrike">
                <a:solidFill>
                  <a:srgbClr val="89AC00"/>
                </a:solidFill>
                <a:latin typeface="Courier New"/>
                <a:ea typeface="Courier New"/>
                <a:cs typeface="Courier New"/>
                <a:sym typeface="Courier New"/>
              </a:rPr>
              <a:t>int </a:t>
            </a:r>
            <a:r>
              <a:rPr b="1" i="0" lang="en-US" sz="2000" u="none" cap="none" strike="noStrike">
                <a:solidFill>
                  <a:srgbClr val="000000"/>
                </a:solidFill>
                <a:latin typeface="Courier New"/>
                <a:ea typeface="Courier New"/>
                <a:cs typeface="Courier New"/>
                <a:sym typeface="Courier New"/>
              </a:rPr>
              <a:t>index = threadIdx.x + blockIdx.x * M;</a:t>
            </a:r>
            <a:endParaRPr b="0" i="0" sz="2000" u="none" cap="none" strike="noStrike">
              <a:solidFill>
                <a:srgbClr val="000000"/>
              </a:solidFill>
              <a:latin typeface="Courier New"/>
              <a:ea typeface="Courier New"/>
              <a:cs typeface="Courier New"/>
              <a:sym typeface="Courier New"/>
            </a:endParaRPr>
          </a:p>
          <a:p>
            <a:pPr indent="0" lvl="0" marL="0" marR="8255" rtl="0" algn="r">
              <a:lnSpc>
                <a:spcPct val="100000"/>
              </a:lnSpc>
              <a:spcBef>
                <a:spcPts val="484"/>
              </a:spcBef>
              <a:spcAft>
                <a:spcPts val="0"/>
              </a:spcAft>
              <a:buClr>
                <a:srgbClr val="000000"/>
              </a:buClr>
              <a:buSzPts val="2000"/>
              <a:buFont typeface="Arial"/>
              <a:buNone/>
            </a:pPr>
            <a:r>
              <a:rPr b="1" i="0" lang="en-US" sz="2000" u="none" cap="none" strike="noStrike">
                <a:solidFill>
                  <a:srgbClr val="000000"/>
                </a:solidFill>
                <a:latin typeface="Courier New"/>
                <a:ea typeface="Courier New"/>
                <a:cs typeface="Courier New"/>
                <a:sym typeface="Courier New"/>
              </a:rPr>
              <a:t>=	5	+	2	* 8;</a:t>
            </a:r>
            <a:endParaRPr b="0" i="0" sz="2000" u="none" cap="none" strike="noStrike">
              <a:solidFill>
                <a:srgbClr val="000000"/>
              </a:solidFill>
              <a:latin typeface="Courier New"/>
              <a:ea typeface="Courier New"/>
              <a:cs typeface="Courier New"/>
              <a:sym typeface="Courier New"/>
            </a:endParaRPr>
          </a:p>
          <a:p>
            <a:pPr indent="0" lvl="0" marL="1540510" marR="0" rtl="0" algn="l">
              <a:lnSpc>
                <a:spcPct val="100000"/>
              </a:lnSpc>
              <a:spcBef>
                <a:spcPts val="480"/>
              </a:spcBef>
              <a:spcAft>
                <a:spcPts val="0"/>
              </a:spcAft>
              <a:buClr>
                <a:srgbClr val="000000"/>
              </a:buClr>
              <a:buSzPts val="2000"/>
              <a:buFont typeface="Arial"/>
              <a:buNone/>
            </a:pPr>
            <a:r>
              <a:rPr b="1" i="0" lang="en-US" sz="2000" u="none" cap="none" strike="noStrike">
                <a:solidFill>
                  <a:srgbClr val="000000"/>
                </a:solidFill>
                <a:latin typeface="Courier New"/>
                <a:ea typeface="Courier New"/>
                <a:cs typeface="Courier New"/>
                <a:sym typeface="Courier New"/>
              </a:rPr>
              <a:t>= 21;</a:t>
            </a:r>
            <a:endParaRPr b="0" i="0" sz="2000" u="none" cap="none" strike="noStrike">
              <a:solidFill>
                <a:srgbClr val="000000"/>
              </a:solidFill>
              <a:latin typeface="Courier New"/>
              <a:ea typeface="Courier New"/>
              <a:cs typeface="Courier New"/>
              <a:sym typeface="Courier New"/>
            </a:endParaRPr>
          </a:p>
        </p:txBody>
      </p:sp>
      <p:grpSp>
        <p:nvGrpSpPr>
          <p:cNvPr id="367" name="Google Shape;367;p18"/>
          <p:cNvGrpSpPr/>
          <p:nvPr/>
        </p:nvGrpSpPr>
        <p:grpSpPr>
          <a:xfrm>
            <a:off x="918972" y="2628900"/>
            <a:ext cx="7347202" cy="580644"/>
            <a:chOff x="918972" y="2628900"/>
            <a:chExt cx="7347202" cy="580644"/>
          </a:xfrm>
        </p:grpSpPr>
        <p:pic>
          <p:nvPicPr>
            <p:cNvPr id="368" name="Google Shape;368;p18"/>
            <p:cNvPicPr preferRelativeResize="0"/>
            <p:nvPr/>
          </p:nvPicPr>
          <p:blipFill rotWithShape="1">
            <a:blip r:embed="rId64">
              <a:alphaModFix/>
            </a:blip>
            <a:srcRect b="0" l="0" r="0" t="0"/>
            <a:stretch/>
          </p:blipFill>
          <p:spPr>
            <a:xfrm>
              <a:off x="918972" y="2628900"/>
              <a:ext cx="329184" cy="580644"/>
            </a:xfrm>
            <a:prstGeom prst="rect">
              <a:avLst/>
            </a:prstGeom>
            <a:noFill/>
            <a:ln>
              <a:noFill/>
            </a:ln>
          </p:spPr>
        </p:pic>
        <p:sp>
          <p:nvSpPr>
            <p:cNvPr id="369" name="Google Shape;369;p18"/>
            <p:cNvSpPr/>
            <p:nvPr/>
          </p:nvSpPr>
          <p:spPr>
            <a:xfrm>
              <a:off x="971600" y="2659634"/>
              <a:ext cx="225425" cy="480059"/>
            </a:xfrm>
            <a:custGeom>
              <a:rect b="b" l="l" r="r" t="t"/>
              <a:pathLst>
                <a:path extrusionOk="0" h="480060" w="225425">
                  <a:moveTo>
                    <a:pt x="0" y="442467"/>
                  </a:moveTo>
                  <a:lnTo>
                    <a:pt x="0" y="37464"/>
                  </a:lnTo>
                  <a:lnTo>
                    <a:pt x="2946" y="22877"/>
                  </a:lnTo>
                  <a:lnTo>
                    <a:pt x="10983" y="10969"/>
                  </a:lnTo>
                  <a:lnTo>
                    <a:pt x="22904" y="2942"/>
                  </a:lnTo>
                  <a:lnTo>
                    <a:pt x="37503" y="0"/>
                  </a:lnTo>
                  <a:lnTo>
                    <a:pt x="221056" y="0"/>
                  </a:lnTo>
                  <a:lnTo>
                    <a:pt x="223253" y="0"/>
                  </a:lnTo>
                  <a:lnTo>
                    <a:pt x="225018" y="1777"/>
                  </a:lnTo>
                  <a:lnTo>
                    <a:pt x="225018" y="3937"/>
                  </a:lnTo>
                  <a:lnTo>
                    <a:pt x="225018" y="475995"/>
                  </a:lnTo>
                  <a:lnTo>
                    <a:pt x="225018" y="478281"/>
                  </a:lnTo>
                  <a:lnTo>
                    <a:pt x="223253" y="480060"/>
                  </a:lnTo>
                  <a:lnTo>
                    <a:pt x="221056" y="480060"/>
                  </a:lnTo>
                  <a:lnTo>
                    <a:pt x="37503" y="480060"/>
                  </a:lnTo>
                  <a:lnTo>
                    <a:pt x="22904" y="477097"/>
                  </a:lnTo>
                  <a:lnTo>
                    <a:pt x="10983" y="469026"/>
                  </a:lnTo>
                  <a:lnTo>
                    <a:pt x="2946" y="457074"/>
                  </a:lnTo>
                  <a:lnTo>
                    <a:pt x="0" y="442467"/>
                  </a:lnTo>
                  <a:close/>
                </a:path>
              </a:pathLst>
            </a:custGeom>
            <a:noFill/>
            <a:ln cap="flat" cmpd="sng" w="9525">
              <a:solidFill>
                <a:srgbClr val="88AC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0" name="Google Shape;370;p18"/>
            <p:cNvPicPr preferRelativeResize="0"/>
            <p:nvPr/>
          </p:nvPicPr>
          <p:blipFill rotWithShape="1">
            <a:blip r:embed="rId65">
              <a:alphaModFix/>
            </a:blip>
            <a:srcRect b="0" l="0" r="0" t="0"/>
            <a:stretch/>
          </p:blipFill>
          <p:spPr>
            <a:xfrm>
              <a:off x="1147572" y="2628900"/>
              <a:ext cx="324612" cy="580644"/>
            </a:xfrm>
            <a:prstGeom prst="rect">
              <a:avLst/>
            </a:prstGeom>
            <a:noFill/>
            <a:ln>
              <a:noFill/>
            </a:ln>
          </p:spPr>
        </p:pic>
        <p:pic>
          <p:nvPicPr>
            <p:cNvPr id="371" name="Google Shape;371;p18"/>
            <p:cNvPicPr preferRelativeResize="0"/>
            <p:nvPr/>
          </p:nvPicPr>
          <p:blipFill rotWithShape="1">
            <a:blip r:embed="rId66">
              <a:alphaModFix/>
            </a:blip>
            <a:srcRect b="0" l="0" r="0" t="0"/>
            <a:stretch/>
          </p:blipFill>
          <p:spPr>
            <a:xfrm>
              <a:off x="7895843" y="2628900"/>
              <a:ext cx="370331" cy="580644"/>
            </a:xfrm>
            <a:prstGeom prst="rect">
              <a:avLst/>
            </a:prstGeom>
            <a:noFill/>
            <a:ln>
              <a:noFill/>
            </a:ln>
          </p:spPr>
        </p:pic>
        <p:sp>
          <p:nvSpPr>
            <p:cNvPr id="372" name="Google Shape;372;p18"/>
            <p:cNvSpPr/>
            <p:nvPr/>
          </p:nvSpPr>
          <p:spPr>
            <a:xfrm>
              <a:off x="7947405" y="2659634"/>
              <a:ext cx="270510" cy="480059"/>
            </a:xfrm>
            <a:custGeom>
              <a:rect b="b" l="l" r="r" t="t"/>
              <a:pathLst>
                <a:path extrusionOk="0" h="480060" w="270509">
                  <a:moveTo>
                    <a:pt x="270001" y="434975"/>
                  </a:moveTo>
                  <a:lnTo>
                    <a:pt x="270001" y="44957"/>
                  </a:lnTo>
                  <a:lnTo>
                    <a:pt x="266459" y="27431"/>
                  </a:lnTo>
                  <a:lnTo>
                    <a:pt x="256809" y="13144"/>
                  </a:lnTo>
                  <a:lnTo>
                    <a:pt x="242516" y="3524"/>
                  </a:lnTo>
                  <a:lnTo>
                    <a:pt x="225044" y="0"/>
                  </a:lnTo>
                  <a:lnTo>
                    <a:pt x="4699" y="0"/>
                  </a:lnTo>
                  <a:lnTo>
                    <a:pt x="2159" y="0"/>
                  </a:lnTo>
                  <a:lnTo>
                    <a:pt x="0" y="2031"/>
                  </a:lnTo>
                  <a:lnTo>
                    <a:pt x="0" y="4699"/>
                  </a:lnTo>
                  <a:lnTo>
                    <a:pt x="0" y="475233"/>
                  </a:lnTo>
                  <a:lnTo>
                    <a:pt x="0" y="477900"/>
                  </a:lnTo>
                  <a:lnTo>
                    <a:pt x="2159" y="480060"/>
                  </a:lnTo>
                  <a:lnTo>
                    <a:pt x="4699" y="480060"/>
                  </a:lnTo>
                  <a:lnTo>
                    <a:pt x="225044" y="480060"/>
                  </a:lnTo>
                  <a:lnTo>
                    <a:pt x="242516" y="476515"/>
                  </a:lnTo>
                  <a:lnTo>
                    <a:pt x="256809" y="466851"/>
                  </a:lnTo>
                  <a:lnTo>
                    <a:pt x="266459" y="452520"/>
                  </a:lnTo>
                  <a:lnTo>
                    <a:pt x="270001" y="434975"/>
                  </a:lnTo>
                  <a:close/>
                </a:path>
              </a:pathLst>
            </a:custGeom>
            <a:noFill/>
            <a:ln cap="flat" cmpd="sng" w="9525">
              <a:solidFill>
                <a:srgbClr val="88AC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3" name="Google Shape;373;p18"/>
            <p:cNvPicPr preferRelativeResize="0"/>
            <p:nvPr/>
          </p:nvPicPr>
          <p:blipFill rotWithShape="1">
            <a:blip r:embed="rId67">
              <a:alphaModFix/>
            </a:blip>
            <a:srcRect b="0" l="0" r="0" t="0"/>
            <a:stretch/>
          </p:blipFill>
          <p:spPr>
            <a:xfrm>
              <a:off x="1371600" y="2628900"/>
              <a:ext cx="324612" cy="580644"/>
            </a:xfrm>
            <a:prstGeom prst="rect">
              <a:avLst/>
            </a:prstGeom>
            <a:noFill/>
            <a:ln>
              <a:noFill/>
            </a:ln>
          </p:spPr>
        </p:pic>
        <p:pic>
          <p:nvPicPr>
            <p:cNvPr id="374" name="Google Shape;374;p18"/>
            <p:cNvPicPr preferRelativeResize="0"/>
            <p:nvPr/>
          </p:nvPicPr>
          <p:blipFill rotWithShape="1">
            <a:blip r:embed="rId68">
              <a:alphaModFix/>
            </a:blip>
            <a:srcRect b="0" l="0" r="0" t="0"/>
            <a:stretch/>
          </p:blipFill>
          <p:spPr>
            <a:xfrm>
              <a:off x="1595627" y="2628900"/>
              <a:ext cx="324611" cy="580644"/>
            </a:xfrm>
            <a:prstGeom prst="rect">
              <a:avLst/>
            </a:prstGeom>
            <a:noFill/>
            <a:ln>
              <a:noFill/>
            </a:ln>
          </p:spPr>
        </p:pic>
        <p:pic>
          <p:nvPicPr>
            <p:cNvPr id="375" name="Google Shape;375;p18"/>
            <p:cNvPicPr preferRelativeResize="0"/>
            <p:nvPr/>
          </p:nvPicPr>
          <p:blipFill rotWithShape="1">
            <a:blip r:embed="rId69">
              <a:alphaModFix/>
            </a:blip>
            <a:srcRect b="0" l="0" r="0" t="0"/>
            <a:stretch/>
          </p:blipFill>
          <p:spPr>
            <a:xfrm>
              <a:off x="1819655" y="2628900"/>
              <a:ext cx="329183" cy="580644"/>
            </a:xfrm>
            <a:prstGeom prst="rect">
              <a:avLst/>
            </a:prstGeom>
            <a:noFill/>
            <a:ln>
              <a:noFill/>
            </a:ln>
          </p:spPr>
        </p:pic>
        <p:pic>
          <p:nvPicPr>
            <p:cNvPr id="376" name="Google Shape;376;p18"/>
            <p:cNvPicPr preferRelativeResize="0"/>
            <p:nvPr/>
          </p:nvPicPr>
          <p:blipFill rotWithShape="1">
            <a:blip r:embed="rId70">
              <a:alphaModFix/>
            </a:blip>
            <a:srcRect b="0" l="0" r="0" t="0"/>
            <a:stretch/>
          </p:blipFill>
          <p:spPr>
            <a:xfrm>
              <a:off x="2048255" y="2628900"/>
              <a:ext cx="324612" cy="580644"/>
            </a:xfrm>
            <a:prstGeom prst="rect">
              <a:avLst/>
            </a:prstGeom>
            <a:noFill/>
            <a:ln>
              <a:noFill/>
            </a:ln>
          </p:spPr>
        </p:pic>
        <p:pic>
          <p:nvPicPr>
            <p:cNvPr id="377" name="Google Shape;377;p18"/>
            <p:cNvPicPr preferRelativeResize="0"/>
            <p:nvPr/>
          </p:nvPicPr>
          <p:blipFill rotWithShape="1">
            <a:blip r:embed="rId71">
              <a:alphaModFix/>
            </a:blip>
            <a:srcRect b="0" l="0" r="0" t="0"/>
            <a:stretch/>
          </p:blipFill>
          <p:spPr>
            <a:xfrm>
              <a:off x="2272283" y="2628900"/>
              <a:ext cx="324612" cy="580644"/>
            </a:xfrm>
            <a:prstGeom prst="rect">
              <a:avLst/>
            </a:prstGeom>
            <a:noFill/>
            <a:ln>
              <a:noFill/>
            </a:ln>
          </p:spPr>
        </p:pic>
        <p:pic>
          <p:nvPicPr>
            <p:cNvPr id="378" name="Google Shape;378;p18"/>
            <p:cNvPicPr preferRelativeResize="0"/>
            <p:nvPr/>
          </p:nvPicPr>
          <p:blipFill rotWithShape="1">
            <a:blip r:embed="rId72">
              <a:alphaModFix/>
            </a:blip>
            <a:srcRect b="0" l="0" r="0" t="0"/>
            <a:stretch/>
          </p:blipFill>
          <p:spPr>
            <a:xfrm>
              <a:off x="2496311" y="2628900"/>
              <a:ext cx="324612" cy="580644"/>
            </a:xfrm>
            <a:prstGeom prst="rect">
              <a:avLst/>
            </a:prstGeom>
            <a:noFill/>
            <a:ln>
              <a:noFill/>
            </a:ln>
          </p:spPr>
        </p:pic>
        <p:pic>
          <p:nvPicPr>
            <p:cNvPr id="379" name="Google Shape;379;p18"/>
            <p:cNvPicPr preferRelativeResize="0"/>
            <p:nvPr/>
          </p:nvPicPr>
          <p:blipFill rotWithShape="1">
            <a:blip r:embed="rId73">
              <a:alphaModFix/>
            </a:blip>
            <a:srcRect b="0" l="0" r="0" t="0"/>
            <a:stretch/>
          </p:blipFill>
          <p:spPr>
            <a:xfrm>
              <a:off x="2720339" y="2628900"/>
              <a:ext cx="329184" cy="580644"/>
            </a:xfrm>
            <a:prstGeom prst="rect">
              <a:avLst/>
            </a:prstGeom>
            <a:noFill/>
            <a:ln>
              <a:noFill/>
            </a:ln>
          </p:spPr>
        </p:pic>
        <p:pic>
          <p:nvPicPr>
            <p:cNvPr id="380" name="Google Shape;380;p18"/>
            <p:cNvPicPr preferRelativeResize="0"/>
            <p:nvPr/>
          </p:nvPicPr>
          <p:blipFill rotWithShape="1">
            <a:blip r:embed="rId74">
              <a:alphaModFix/>
            </a:blip>
            <a:srcRect b="0" l="0" r="0" t="0"/>
            <a:stretch/>
          </p:blipFill>
          <p:spPr>
            <a:xfrm>
              <a:off x="2944367" y="2628900"/>
              <a:ext cx="329183" cy="580644"/>
            </a:xfrm>
            <a:prstGeom prst="rect">
              <a:avLst/>
            </a:prstGeom>
            <a:noFill/>
            <a:ln>
              <a:noFill/>
            </a:ln>
          </p:spPr>
        </p:pic>
        <p:pic>
          <p:nvPicPr>
            <p:cNvPr id="381" name="Google Shape;381;p18"/>
            <p:cNvPicPr preferRelativeResize="0"/>
            <p:nvPr/>
          </p:nvPicPr>
          <p:blipFill rotWithShape="1">
            <a:blip r:embed="rId75">
              <a:alphaModFix/>
            </a:blip>
            <a:srcRect b="0" l="0" r="0" t="0"/>
            <a:stretch/>
          </p:blipFill>
          <p:spPr>
            <a:xfrm>
              <a:off x="3172967" y="2628900"/>
              <a:ext cx="324611" cy="580644"/>
            </a:xfrm>
            <a:prstGeom prst="rect">
              <a:avLst/>
            </a:prstGeom>
            <a:noFill/>
            <a:ln>
              <a:noFill/>
            </a:ln>
          </p:spPr>
        </p:pic>
        <p:pic>
          <p:nvPicPr>
            <p:cNvPr id="382" name="Google Shape;382;p18"/>
            <p:cNvPicPr preferRelativeResize="0"/>
            <p:nvPr/>
          </p:nvPicPr>
          <p:blipFill rotWithShape="1">
            <a:blip r:embed="rId76">
              <a:alphaModFix/>
            </a:blip>
            <a:srcRect b="0" l="0" r="0" t="0"/>
            <a:stretch/>
          </p:blipFill>
          <p:spPr>
            <a:xfrm>
              <a:off x="3396995" y="2628900"/>
              <a:ext cx="324612" cy="580644"/>
            </a:xfrm>
            <a:prstGeom prst="rect">
              <a:avLst/>
            </a:prstGeom>
            <a:noFill/>
            <a:ln>
              <a:noFill/>
            </a:ln>
          </p:spPr>
        </p:pic>
        <p:pic>
          <p:nvPicPr>
            <p:cNvPr id="383" name="Google Shape;383;p18"/>
            <p:cNvPicPr preferRelativeResize="0"/>
            <p:nvPr/>
          </p:nvPicPr>
          <p:blipFill rotWithShape="1">
            <a:blip r:embed="rId68">
              <a:alphaModFix/>
            </a:blip>
            <a:srcRect b="0" l="0" r="0" t="0"/>
            <a:stretch/>
          </p:blipFill>
          <p:spPr>
            <a:xfrm>
              <a:off x="3621023" y="2628900"/>
              <a:ext cx="324612" cy="580644"/>
            </a:xfrm>
            <a:prstGeom prst="rect">
              <a:avLst/>
            </a:prstGeom>
            <a:noFill/>
            <a:ln>
              <a:noFill/>
            </a:ln>
          </p:spPr>
        </p:pic>
        <p:pic>
          <p:nvPicPr>
            <p:cNvPr id="384" name="Google Shape;384;p18"/>
            <p:cNvPicPr preferRelativeResize="0"/>
            <p:nvPr/>
          </p:nvPicPr>
          <p:blipFill rotWithShape="1">
            <a:blip r:embed="rId77">
              <a:alphaModFix/>
            </a:blip>
            <a:srcRect b="0" l="0" r="0" t="0"/>
            <a:stretch/>
          </p:blipFill>
          <p:spPr>
            <a:xfrm>
              <a:off x="3845051" y="2628900"/>
              <a:ext cx="329184" cy="580644"/>
            </a:xfrm>
            <a:prstGeom prst="rect">
              <a:avLst/>
            </a:prstGeom>
            <a:noFill/>
            <a:ln>
              <a:noFill/>
            </a:ln>
          </p:spPr>
        </p:pic>
        <p:pic>
          <p:nvPicPr>
            <p:cNvPr id="385" name="Google Shape;385;p18"/>
            <p:cNvPicPr preferRelativeResize="0"/>
            <p:nvPr/>
          </p:nvPicPr>
          <p:blipFill rotWithShape="1">
            <a:blip r:embed="rId78">
              <a:alphaModFix/>
            </a:blip>
            <a:srcRect b="0" l="0" r="0" t="0"/>
            <a:stretch/>
          </p:blipFill>
          <p:spPr>
            <a:xfrm>
              <a:off x="4073651" y="2628900"/>
              <a:ext cx="324612" cy="580644"/>
            </a:xfrm>
            <a:prstGeom prst="rect">
              <a:avLst/>
            </a:prstGeom>
            <a:noFill/>
            <a:ln>
              <a:noFill/>
            </a:ln>
          </p:spPr>
        </p:pic>
        <p:pic>
          <p:nvPicPr>
            <p:cNvPr id="386" name="Google Shape;386;p18"/>
            <p:cNvPicPr preferRelativeResize="0"/>
            <p:nvPr/>
          </p:nvPicPr>
          <p:blipFill rotWithShape="1">
            <a:blip r:embed="rId79">
              <a:alphaModFix/>
            </a:blip>
            <a:srcRect b="0" l="0" r="0" t="0"/>
            <a:stretch/>
          </p:blipFill>
          <p:spPr>
            <a:xfrm>
              <a:off x="4297680" y="2628900"/>
              <a:ext cx="324612" cy="580644"/>
            </a:xfrm>
            <a:prstGeom prst="rect">
              <a:avLst/>
            </a:prstGeom>
            <a:noFill/>
            <a:ln>
              <a:noFill/>
            </a:ln>
          </p:spPr>
        </p:pic>
        <p:pic>
          <p:nvPicPr>
            <p:cNvPr id="387" name="Google Shape;387;p18"/>
            <p:cNvPicPr preferRelativeResize="0"/>
            <p:nvPr/>
          </p:nvPicPr>
          <p:blipFill rotWithShape="1">
            <a:blip r:embed="rId72">
              <a:alphaModFix/>
            </a:blip>
            <a:srcRect b="0" l="0" r="0" t="0"/>
            <a:stretch/>
          </p:blipFill>
          <p:spPr>
            <a:xfrm>
              <a:off x="4521707" y="2628900"/>
              <a:ext cx="324612" cy="580644"/>
            </a:xfrm>
            <a:prstGeom prst="rect">
              <a:avLst/>
            </a:prstGeom>
            <a:noFill/>
            <a:ln>
              <a:noFill/>
            </a:ln>
          </p:spPr>
        </p:pic>
        <p:pic>
          <p:nvPicPr>
            <p:cNvPr id="388" name="Google Shape;388;p18"/>
            <p:cNvPicPr preferRelativeResize="0"/>
            <p:nvPr/>
          </p:nvPicPr>
          <p:blipFill rotWithShape="1">
            <a:blip r:embed="rId80">
              <a:alphaModFix/>
            </a:blip>
            <a:srcRect b="0" l="0" r="0" t="0"/>
            <a:stretch/>
          </p:blipFill>
          <p:spPr>
            <a:xfrm>
              <a:off x="4745736" y="2628900"/>
              <a:ext cx="324612" cy="580644"/>
            </a:xfrm>
            <a:prstGeom prst="rect">
              <a:avLst/>
            </a:prstGeom>
            <a:noFill/>
            <a:ln>
              <a:noFill/>
            </a:ln>
          </p:spPr>
        </p:pic>
        <p:pic>
          <p:nvPicPr>
            <p:cNvPr id="389" name="Google Shape;389;p18"/>
            <p:cNvPicPr preferRelativeResize="0"/>
            <p:nvPr/>
          </p:nvPicPr>
          <p:blipFill rotWithShape="1">
            <a:blip r:embed="rId81">
              <a:alphaModFix/>
            </a:blip>
            <a:srcRect b="0" l="0" r="0" t="0"/>
            <a:stretch/>
          </p:blipFill>
          <p:spPr>
            <a:xfrm>
              <a:off x="4969763" y="2628900"/>
              <a:ext cx="329184" cy="580644"/>
            </a:xfrm>
            <a:prstGeom prst="rect">
              <a:avLst/>
            </a:prstGeom>
            <a:noFill/>
            <a:ln>
              <a:noFill/>
            </a:ln>
          </p:spPr>
        </p:pic>
        <p:pic>
          <p:nvPicPr>
            <p:cNvPr id="390" name="Google Shape;390;p18"/>
            <p:cNvPicPr preferRelativeResize="0"/>
            <p:nvPr/>
          </p:nvPicPr>
          <p:blipFill rotWithShape="1">
            <a:blip r:embed="rId82">
              <a:alphaModFix/>
            </a:blip>
            <a:srcRect b="0" l="0" r="0" t="0"/>
            <a:stretch/>
          </p:blipFill>
          <p:spPr>
            <a:xfrm>
              <a:off x="5198363" y="2628900"/>
              <a:ext cx="324612" cy="580644"/>
            </a:xfrm>
            <a:prstGeom prst="rect">
              <a:avLst/>
            </a:prstGeom>
            <a:noFill/>
            <a:ln>
              <a:noFill/>
            </a:ln>
          </p:spPr>
        </p:pic>
        <p:pic>
          <p:nvPicPr>
            <p:cNvPr id="391" name="Google Shape;391;p18"/>
            <p:cNvPicPr preferRelativeResize="0"/>
            <p:nvPr/>
          </p:nvPicPr>
          <p:blipFill rotWithShape="1">
            <a:blip r:embed="rId76">
              <a:alphaModFix/>
            </a:blip>
            <a:srcRect b="0" l="0" r="0" t="0"/>
            <a:stretch/>
          </p:blipFill>
          <p:spPr>
            <a:xfrm>
              <a:off x="5422392" y="2628900"/>
              <a:ext cx="324612" cy="580644"/>
            </a:xfrm>
            <a:prstGeom prst="rect">
              <a:avLst/>
            </a:prstGeom>
            <a:noFill/>
            <a:ln>
              <a:noFill/>
            </a:ln>
          </p:spPr>
        </p:pic>
        <p:pic>
          <p:nvPicPr>
            <p:cNvPr id="392" name="Google Shape;392;p18"/>
            <p:cNvPicPr preferRelativeResize="0"/>
            <p:nvPr/>
          </p:nvPicPr>
          <p:blipFill rotWithShape="1">
            <a:blip r:embed="rId83">
              <a:alphaModFix/>
            </a:blip>
            <a:srcRect b="0" l="0" r="0" t="0"/>
            <a:stretch/>
          </p:blipFill>
          <p:spPr>
            <a:xfrm>
              <a:off x="5646419" y="2628900"/>
              <a:ext cx="324612" cy="580644"/>
            </a:xfrm>
            <a:prstGeom prst="rect">
              <a:avLst/>
            </a:prstGeom>
            <a:noFill/>
            <a:ln>
              <a:noFill/>
            </a:ln>
          </p:spPr>
        </p:pic>
        <p:pic>
          <p:nvPicPr>
            <p:cNvPr id="393" name="Google Shape;393;p18"/>
            <p:cNvPicPr preferRelativeResize="0"/>
            <p:nvPr/>
          </p:nvPicPr>
          <p:blipFill rotWithShape="1">
            <a:blip r:embed="rId84">
              <a:alphaModFix/>
            </a:blip>
            <a:srcRect b="0" l="0" r="0" t="0"/>
            <a:stretch/>
          </p:blipFill>
          <p:spPr>
            <a:xfrm>
              <a:off x="5870448" y="2628900"/>
              <a:ext cx="329184" cy="580644"/>
            </a:xfrm>
            <a:prstGeom prst="rect">
              <a:avLst/>
            </a:prstGeom>
            <a:noFill/>
            <a:ln>
              <a:noFill/>
            </a:ln>
          </p:spPr>
        </p:pic>
        <p:pic>
          <p:nvPicPr>
            <p:cNvPr id="394" name="Google Shape;394;p18"/>
            <p:cNvPicPr preferRelativeResize="0"/>
            <p:nvPr/>
          </p:nvPicPr>
          <p:blipFill rotWithShape="1">
            <a:blip r:embed="rId85">
              <a:alphaModFix/>
            </a:blip>
            <a:srcRect b="0" l="0" r="0" t="0"/>
            <a:stretch/>
          </p:blipFill>
          <p:spPr>
            <a:xfrm>
              <a:off x="6094475" y="2628900"/>
              <a:ext cx="329184" cy="580644"/>
            </a:xfrm>
            <a:prstGeom prst="rect">
              <a:avLst/>
            </a:prstGeom>
            <a:noFill/>
            <a:ln>
              <a:noFill/>
            </a:ln>
          </p:spPr>
        </p:pic>
        <p:pic>
          <p:nvPicPr>
            <p:cNvPr id="395" name="Google Shape;395;p18"/>
            <p:cNvPicPr preferRelativeResize="0"/>
            <p:nvPr/>
          </p:nvPicPr>
          <p:blipFill rotWithShape="1">
            <a:blip r:embed="rId79">
              <a:alphaModFix/>
            </a:blip>
            <a:srcRect b="0" l="0" r="0" t="0"/>
            <a:stretch/>
          </p:blipFill>
          <p:spPr>
            <a:xfrm>
              <a:off x="6323075" y="2628900"/>
              <a:ext cx="324611" cy="580644"/>
            </a:xfrm>
            <a:prstGeom prst="rect">
              <a:avLst/>
            </a:prstGeom>
            <a:noFill/>
            <a:ln>
              <a:noFill/>
            </a:ln>
          </p:spPr>
        </p:pic>
        <p:pic>
          <p:nvPicPr>
            <p:cNvPr id="396" name="Google Shape;396;p18"/>
            <p:cNvPicPr preferRelativeResize="0"/>
            <p:nvPr/>
          </p:nvPicPr>
          <p:blipFill rotWithShape="1">
            <a:blip r:embed="rId86">
              <a:alphaModFix/>
            </a:blip>
            <a:srcRect b="0" l="0" r="0" t="0"/>
            <a:stretch/>
          </p:blipFill>
          <p:spPr>
            <a:xfrm>
              <a:off x="6547104" y="2628900"/>
              <a:ext cx="324611" cy="580644"/>
            </a:xfrm>
            <a:prstGeom prst="rect">
              <a:avLst/>
            </a:prstGeom>
            <a:noFill/>
            <a:ln>
              <a:noFill/>
            </a:ln>
          </p:spPr>
        </p:pic>
        <p:pic>
          <p:nvPicPr>
            <p:cNvPr id="397" name="Google Shape;397;p18"/>
            <p:cNvPicPr preferRelativeResize="0"/>
            <p:nvPr/>
          </p:nvPicPr>
          <p:blipFill rotWithShape="1">
            <a:blip r:embed="rId87">
              <a:alphaModFix/>
            </a:blip>
            <a:srcRect b="0" l="0" r="0" t="0"/>
            <a:stretch/>
          </p:blipFill>
          <p:spPr>
            <a:xfrm>
              <a:off x="6771131" y="2628900"/>
              <a:ext cx="324611" cy="580644"/>
            </a:xfrm>
            <a:prstGeom prst="rect">
              <a:avLst/>
            </a:prstGeom>
            <a:noFill/>
            <a:ln>
              <a:noFill/>
            </a:ln>
          </p:spPr>
        </p:pic>
        <p:pic>
          <p:nvPicPr>
            <p:cNvPr id="398" name="Google Shape;398;p18"/>
            <p:cNvPicPr preferRelativeResize="0"/>
            <p:nvPr/>
          </p:nvPicPr>
          <p:blipFill rotWithShape="1">
            <a:blip r:embed="rId69">
              <a:alphaModFix/>
            </a:blip>
            <a:srcRect b="0" l="0" r="0" t="0"/>
            <a:stretch/>
          </p:blipFill>
          <p:spPr>
            <a:xfrm>
              <a:off x="6995160" y="2628900"/>
              <a:ext cx="329183" cy="580644"/>
            </a:xfrm>
            <a:prstGeom prst="rect">
              <a:avLst/>
            </a:prstGeom>
            <a:noFill/>
            <a:ln>
              <a:noFill/>
            </a:ln>
          </p:spPr>
        </p:pic>
        <p:pic>
          <p:nvPicPr>
            <p:cNvPr id="399" name="Google Shape;399;p18"/>
            <p:cNvPicPr preferRelativeResize="0"/>
            <p:nvPr/>
          </p:nvPicPr>
          <p:blipFill rotWithShape="1">
            <a:blip r:embed="rId88">
              <a:alphaModFix/>
            </a:blip>
            <a:srcRect b="0" l="0" r="0" t="0"/>
            <a:stretch/>
          </p:blipFill>
          <p:spPr>
            <a:xfrm>
              <a:off x="7223760" y="2628900"/>
              <a:ext cx="324611" cy="580644"/>
            </a:xfrm>
            <a:prstGeom prst="rect">
              <a:avLst/>
            </a:prstGeom>
            <a:noFill/>
            <a:ln>
              <a:noFill/>
            </a:ln>
          </p:spPr>
        </p:pic>
        <p:pic>
          <p:nvPicPr>
            <p:cNvPr id="400" name="Google Shape;400;p18"/>
            <p:cNvPicPr preferRelativeResize="0"/>
            <p:nvPr/>
          </p:nvPicPr>
          <p:blipFill rotWithShape="1">
            <a:blip r:embed="rId89">
              <a:alphaModFix/>
            </a:blip>
            <a:srcRect b="0" l="0" r="0" t="0"/>
            <a:stretch/>
          </p:blipFill>
          <p:spPr>
            <a:xfrm>
              <a:off x="7447788" y="2628900"/>
              <a:ext cx="324611" cy="580644"/>
            </a:xfrm>
            <a:prstGeom prst="rect">
              <a:avLst/>
            </a:prstGeom>
            <a:noFill/>
            <a:ln>
              <a:noFill/>
            </a:ln>
          </p:spPr>
        </p:pic>
        <p:pic>
          <p:nvPicPr>
            <p:cNvPr id="401" name="Google Shape;401;p18"/>
            <p:cNvPicPr preferRelativeResize="0"/>
            <p:nvPr/>
          </p:nvPicPr>
          <p:blipFill rotWithShape="1">
            <a:blip r:embed="rId90">
              <a:alphaModFix/>
            </a:blip>
            <a:srcRect b="0" l="0" r="0" t="0"/>
            <a:stretch/>
          </p:blipFill>
          <p:spPr>
            <a:xfrm>
              <a:off x="7671815" y="2628900"/>
              <a:ext cx="324611" cy="580644"/>
            </a:xfrm>
            <a:prstGeom prst="rect">
              <a:avLst/>
            </a:prstGeom>
            <a:noFill/>
            <a:ln>
              <a:noFill/>
            </a:ln>
          </p:spPr>
        </p:pic>
        <p:pic>
          <p:nvPicPr>
            <p:cNvPr id="402" name="Google Shape;402;p18"/>
            <p:cNvPicPr preferRelativeResize="0"/>
            <p:nvPr/>
          </p:nvPicPr>
          <p:blipFill rotWithShape="1">
            <a:blip r:embed="rId64">
              <a:alphaModFix/>
            </a:blip>
            <a:srcRect b="0" l="0" r="0" t="0"/>
            <a:stretch/>
          </p:blipFill>
          <p:spPr>
            <a:xfrm>
              <a:off x="918972" y="2628900"/>
              <a:ext cx="329184" cy="580644"/>
            </a:xfrm>
            <a:prstGeom prst="rect">
              <a:avLst/>
            </a:prstGeom>
            <a:noFill/>
            <a:ln>
              <a:noFill/>
            </a:ln>
          </p:spPr>
        </p:pic>
        <p:pic>
          <p:nvPicPr>
            <p:cNvPr id="403" name="Google Shape;403;p18"/>
            <p:cNvPicPr preferRelativeResize="0"/>
            <p:nvPr/>
          </p:nvPicPr>
          <p:blipFill rotWithShape="1">
            <a:blip r:embed="rId91">
              <a:alphaModFix/>
            </a:blip>
            <a:srcRect b="0" l="0" r="0" t="0"/>
            <a:stretch/>
          </p:blipFill>
          <p:spPr>
            <a:xfrm>
              <a:off x="928116" y="2756915"/>
              <a:ext cx="361188" cy="365760"/>
            </a:xfrm>
            <a:prstGeom prst="rect">
              <a:avLst/>
            </a:prstGeom>
            <a:noFill/>
            <a:ln>
              <a:noFill/>
            </a:ln>
          </p:spPr>
        </p:pic>
        <p:sp>
          <p:nvSpPr>
            <p:cNvPr id="404" name="Google Shape;404;p18"/>
            <p:cNvSpPr/>
            <p:nvPr/>
          </p:nvSpPr>
          <p:spPr>
            <a:xfrm>
              <a:off x="971600" y="2659634"/>
              <a:ext cx="225425" cy="480059"/>
            </a:xfrm>
            <a:custGeom>
              <a:rect b="b" l="l" r="r" t="t"/>
              <a:pathLst>
                <a:path extrusionOk="0" h="480060" w="225425">
                  <a:moveTo>
                    <a:pt x="0" y="442467"/>
                  </a:moveTo>
                  <a:lnTo>
                    <a:pt x="0" y="37464"/>
                  </a:lnTo>
                  <a:lnTo>
                    <a:pt x="2946" y="22877"/>
                  </a:lnTo>
                  <a:lnTo>
                    <a:pt x="10983" y="10969"/>
                  </a:lnTo>
                  <a:lnTo>
                    <a:pt x="22904" y="2942"/>
                  </a:lnTo>
                  <a:lnTo>
                    <a:pt x="37503" y="0"/>
                  </a:lnTo>
                  <a:lnTo>
                    <a:pt x="221056" y="0"/>
                  </a:lnTo>
                  <a:lnTo>
                    <a:pt x="223253" y="0"/>
                  </a:lnTo>
                  <a:lnTo>
                    <a:pt x="225018" y="1777"/>
                  </a:lnTo>
                  <a:lnTo>
                    <a:pt x="225018" y="3937"/>
                  </a:lnTo>
                  <a:lnTo>
                    <a:pt x="225018" y="475995"/>
                  </a:lnTo>
                  <a:lnTo>
                    <a:pt x="225018" y="478281"/>
                  </a:lnTo>
                  <a:lnTo>
                    <a:pt x="223253" y="480060"/>
                  </a:lnTo>
                  <a:lnTo>
                    <a:pt x="221056" y="480060"/>
                  </a:lnTo>
                  <a:lnTo>
                    <a:pt x="37503" y="480060"/>
                  </a:lnTo>
                  <a:lnTo>
                    <a:pt x="22904" y="477097"/>
                  </a:lnTo>
                  <a:lnTo>
                    <a:pt x="10983" y="469026"/>
                  </a:lnTo>
                  <a:lnTo>
                    <a:pt x="2946" y="457074"/>
                  </a:lnTo>
                  <a:lnTo>
                    <a:pt x="0" y="442467"/>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5" name="Google Shape;405;p18"/>
          <p:cNvSpPr txBox="1"/>
          <p:nvPr/>
        </p:nvSpPr>
        <p:spPr>
          <a:xfrm>
            <a:off x="1039469" y="2804286"/>
            <a:ext cx="99695" cy="18478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0</a:t>
            </a:r>
            <a:endParaRPr b="0" i="0" sz="1050" u="none" cap="none" strike="noStrike">
              <a:solidFill>
                <a:srgbClr val="000000"/>
              </a:solidFill>
              <a:latin typeface="Arial"/>
              <a:ea typeface="Arial"/>
              <a:cs typeface="Arial"/>
              <a:sym typeface="Arial"/>
            </a:endParaRPr>
          </a:p>
        </p:txBody>
      </p:sp>
      <p:grpSp>
        <p:nvGrpSpPr>
          <p:cNvPr id="406" name="Google Shape;406;p18"/>
          <p:cNvGrpSpPr/>
          <p:nvPr/>
        </p:nvGrpSpPr>
        <p:grpSpPr>
          <a:xfrm>
            <a:off x="1147572" y="2628900"/>
            <a:ext cx="7168896" cy="580644"/>
            <a:chOff x="1147572" y="2628900"/>
            <a:chExt cx="7168896" cy="580644"/>
          </a:xfrm>
        </p:grpSpPr>
        <p:pic>
          <p:nvPicPr>
            <p:cNvPr id="407" name="Google Shape;407;p18"/>
            <p:cNvPicPr preferRelativeResize="0"/>
            <p:nvPr/>
          </p:nvPicPr>
          <p:blipFill rotWithShape="1">
            <a:blip r:embed="rId65">
              <a:alphaModFix/>
            </a:blip>
            <a:srcRect b="0" l="0" r="0" t="0"/>
            <a:stretch/>
          </p:blipFill>
          <p:spPr>
            <a:xfrm>
              <a:off x="1147572" y="2628900"/>
              <a:ext cx="324612" cy="580644"/>
            </a:xfrm>
            <a:prstGeom prst="rect">
              <a:avLst/>
            </a:prstGeom>
            <a:noFill/>
            <a:ln>
              <a:noFill/>
            </a:ln>
          </p:spPr>
        </p:pic>
        <p:pic>
          <p:nvPicPr>
            <p:cNvPr id="408" name="Google Shape;408;p18"/>
            <p:cNvPicPr preferRelativeResize="0"/>
            <p:nvPr/>
          </p:nvPicPr>
          <p:blipFill rotWithShape="1">
            <a:blip r:embed="rId92">
              <a:alphaModFix/>
            </a:blip>
            <a:srcRect b="0" l="0" r="0" t="0"/>
            <a:stretch/>
          </p:blipFill>
          <p:spPr>
            <a:xfrm>
              <a:off x="1147572" y="2756915"/>
              <a:ext cx="361188" cy="365760"/>
            </a:xfrm>
            <a:prstGeom prst="rect">
              <a:avLst/>
            </a:prstGeom>
            <a:noFill/>
            <a:ln>
              <a:noFill/>
            </a:ln>
          </p:spPr>
        </p:pic>
        <p:pic>
          <p:nvPicPr>
            <p:cNvPr id="409" name="Google Shape;409;p18"/>
            <p:cNvPicPr preferRelativeResize="0"/>
            <p:nvPr/>
          </p:nvPicPr>
          <p:blipFill rotWithShape="1">
            <a:blip r:embed="rId66">
              <a:alphaModFix/>
            </a:blip>
            <a:srcRect b="0" l="0" r="0" t="0"/>
            <a:stretch/>
          </p:blipFill>
          <p:spPr>
            <a:xfrm>
              <a:off x="7895843" y="2628900"/>
              <a:ext cx="370331" cy="580644"/>
            </a:xfrm>
            <a:prstGeom prst="rect">
              <a:avLst/>
            </a:prstGeom>
            <a:noFill/>
            <a:ln>
              <a:noFill/>
            </a:ln>
          </p:spPr>
        </p:pic>
        <p:pic>
          <p:nvPicPr>
            <p:cNvPr id="410" name="Google Shape;410;p18"/>
            <p:cNvPicPr preferRelativeResize="0"/>
            <p:nvPr/>
          </p:nvPicPr>
          <p:blipFill rotWithShape="1">
            <a:blip r:embed="rId93">
              <a:alphaModFix/>
            </a:blip>
            <a:srcRect b="0" l="0" r="0" t="0"/>
            <a:stretch/>
          </p:blipFill>
          <p:spPr>
            <a:xfrm>
              <a:off x="7882128" y="2756915"/>
              <a:ext cx="434340" cy="365760"/>
            </a:xfrm>
            <a:prstGeom prst="rect">
              <a:avLst/>
            </a:prstGeom>
            <a:noFill/>
            <a:ln>
              <a:noFill/>
            </a:ln>
          </p:spPr>
        </p:pic>
        <p:sp>
          <p:nvSpPr>
            <p:cNvPr id="411" name="Google Shape;411;p18"/>
            <p:cNvSpPr/>
            <p:nvPr/>
          </p:nvSpPr>
          <p:spPr>
            <a:xfrm>
              <a:off x="7947405" y="2659634"/>
              <a:ext cx="270510" cy="480059"/>
            </a:xfrm>
            <a:custGeom>
              <a:rect b="b" l="l" r="r" t="t"/>
              <a:pathLst>
                <a:path extrusionOk="0" h="480060" w="270509">
                  <a:moveTo>
                    <a:pt x="270001" y="434975"/>
                  </a:moveTo>
                  <a:lnTo>
                    <a:pt x="270001" y="44957"/>
                  </a:lnTo>
                  <a:lnTo>
                    <a:pt x="266459" y="27431"/>
                  </a:lnTo>
                  <a:lnTo>
                    <a:pt x="256809" y="13144"/>
                  </a:lnTo>
                  <a:lnTo>
                    <a:pt x="242516" y="3524"/>
                  </a:lnTo>
                  <a:lnTo>
                    <a:pt x="225044" y="0"/>
                  </a:lnTo>
                  <a:lnTo>
                    <a:pt x="4699" y="0"/>
                  </a:lnTo>
                  <a:lnTo>
                    <a:pt x="2159" y="0"/>
                  </a:lnTo>
                  <a:lnTo>
                    <a:pt x="0" y="2031"/>
                  </a:lnTo>
                  <a:lnTo>
                    <a:pt x="0" y="4699"/>
                  </a:lnTo>
                  <a:lnTo>
                    <a:pt x="0" y="475233"/>
                  </a:lnTo>
                  <a:lnTo>
                    <a:pt x="0" y="477900"/>
                  </a:lnTo>
                  <a:lnTo>
                    <a:pt x="2159" y="480060"/>
                  </a:lnTo>
                  <a:lnTo>
                    <a:pt x="4699" y="480060"/>
                  </a:lnTo>
                  <a:lnTo>
                    <a:pt x="225044" y="480060"/>
                  </a:lnTo>
                  <a:lnTo>
                    <a:pt x="242516" y="476515"/>
                  </a:lnTo>
                  <a:lnTo>
                    <a:pt x="256809" y="466851"/>
                  </a:lnTo>
                  <a:lnTo>
                    <a:pt x="266459" y="452520"/>
                  </a:lnTo>
                  <a:lnTo>
                    <a:pt x="270001" y="434975"/>
                  </a:lnTo>
                  <a:close/>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2" name="Google Shape;412;p18"/>
          <p:cNvSpPr txBox="1"/>
          <p:nvPr/>
        </p:nvSpPr>
        <p:spPr>
          <a:xfrm>
            <a:off x="7995031" y="2804286"/>
            <a:ext cx="172085" cy="18478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31</a:t>
            </a:r>
            <a:endParaRPr b="0" i="0" sz="1050" u="none" cap="none" strike="noStrike">
              <a:solidFill>
                <a:srgbClr val="000000"/>
              </a:solidFill>
              <a:latin typeface="Arial"/>
              <a:ea typeface="Arial"/>
              <a:cs typeface="Arial"/>
              <a:sym typeface="Arial"/>
            </a:endParaRPr>
          </a:p>
        </p:txBody>
      </p:sp>
      <p:grpSp>
        <p:nvGrpSpPr>
          <p:cNvPr id="413" name="Google Shape;413;p18"/>
          <p:cNvGrpSpPr/>
          <p:nvPr/>
        </p:nvGrpSpPr>
        <p:grpSpPr>
          <a:xfrm>
            <a:off x="1371600" y="2628900"/>
            <a:ext cx="6697980" cy="580644"/>
            <a:chOff x="1371600" y="2628900"/>
            <a:chExt cx="6697980" cy="580644"/>
          </a:xfrm>
        </p:grpSpPr>
        <p:pic>
          <p:nvPicPr>
            <p:cNvPr id="414" name="Google Shape;414;p18"/>
            <p:cNvPicPr preferRelativeResize="0"/>
            <p:nvPr/>
          </p:nvPicPr>
          <p:blipFill rotWithShape="1">
            <a:blip r:embed="rId67">
              <a:alphaModFix/>
            </a:blip>
            <a:srcRect b="0" l="0" r="0" t="0"/>
            <a:stretch/>
          </p:blipFill>
          <p:spPr>
            <a:xfrm>
              <a:off x="1371600" y="2628900"/>
              <a:ext cx="324612" cy="580644"/>
            </a:xfrm>
            <a:prstGeom prst="rect">
              <a:avLst/>
            </a:prstGeom>
            <a:noFill/>
            <a:ln>
              <a:noFill/>
            </a:ln>
          </p:spPr>
        </p:pic>
        <p:pic>
          <p:nvPicPr>
            <p:cNvPr id="415" name="Google Shape;415;p18"/>
            <p:cNvPicPr preferRelativeResize="0"/>
            <p:nvPr/>
          </p:nvPicPr>
          <p:blipFill rotWithShape="1">
            <a:blip r:embed="rId94">
              <a:alphaModFix/>
            </a:blip>
            <a:srcRect b="0" l="0" r="0" t="0"/>
            <a:stretch/>
          </p:blipFill>
          <p:spPr>
            <a:xfrm>
              <a:off x="1371600" y="2756915"/>
              <a:ext cx="361188" cy="365760"/>
            </a:xfrm>
            <a:prstGeom prst="rect">
              <a:avLst/>
            </a:prstGeom>
            <a:noFill/>
            <a:ln>
              <a:noFill/>
            </a:ln>
          </p:spPr>
        </p:pic>
        <p:pic>
          <p:nvPicPr>
            <p:cNvPr id="416" name="Google Shape;416;p18"/>
            <p:cNvPicPr preferRelativeResize="0"/>
            <p:nvPr/>
          </p:nvPicPr>
          <p:blipFill rotWithShape="1">
            <a:blip r:embed="rId68">
              <a:alphaModFix/>
            </a:blip>
            <a:srcRect b="0" l="0" r="0" t="0"/>
            <a:stretch/>
          </p:blipFill>
          <p:spPr>
            <a:xfrm>
              <a:off x="1595627" y="2628900"/>
              <a:ext cx="324611" cy="580644"/>
            </a:xfrm>
            <a:prstGeom prst="rect">
              <a:avLst/>
            </a:prstGeom>
            <a:noFill/>
            <a:ln>
              <a:noFill/>
            </a:ln>
          </p:spPr>
        </p:pic>
        <p:pic>
          <p:nvPicPr>
            <p:cNvPr id="417" name="Google Shape;417;p18"/>
            <p:cNvPicPr preferRelativeResize="0"/>
            <p:nvPr/>
          </p:nvPicPr>
          <p:blipFill rotWithShape="1">
            <a:blip r:embed="rId95">
              <a:alphaModFix/>
            </a:blip>
            <a:srcRect b="0" l="0" r="0" t="0"/>
            <a:stretch/>
          </p:blipFill>
          <p:spPr>
            <a:xfrm>
              <a:off x="1595627" y="2756915"/>
              <a:ext cx="361188" cy="365760"/>
            </a:xfrm>
            <a:prstGeom prst="rect">
              <a:avLst/>
            </a:prstGeom>
            <a:noFill/>
            <a:ln>
              <a:noFill/>
            </a:ln>
          </p:spPr>
        </p:pic>
        <p:pic>
          <p:nvPicPr>
            <p:cNvPr id="418" name="Google Shape;418;p18"/>
            <p:cNvPicPr preferRelativeResize="0"/>
            <p:nvPr/>
          </p:nvPicPr>
          <p:blipFill rotWithShape="1">
            <a:blip r:embed="rId69">
              <a:alphaModFix/>
            </a:blip>
            <a:srcRect b="0" l="0" r="0" t="0"/>
            <a:stretch/>
          </p:blipFill>
          <p:spPr>
            <a:xfrm>
              <a:off x="1819655" y="2628900"/>
              <a:ext cx="329183" cy="580644"/>
            </a:xfrm>
            <a:prstGeom prst="rect">
              <a:avLst/>
            </a:prstGeom>
            <a:noFill/>
            <a:ln>
              <a:noFill/>
            </a:ln>
          </p:spPr>
        </p:pic>
        <p:pic>
          <p:nvPicPr>
            <p:cNvPr id="419" name="Google Shape;419;p18"/>
            <p:cNvPicPr preferRelativeResize="0"/>
            <p:nvPr/>
          </p:nvPicPr>
          <p:blipFill rotWithShape="1">
            <a:blip r:embed="rId96">
              <a:alphaModFix/>
            </a:blip>
            <a:srcRect b="0" l="0" r="0" t="0"/>
            <a:stretch/>
          </p:blipFill>
          <p:spPr>
            <a:xfrm>
              <a:off x="1819655" y="2756915"/>
              <a:ext cx="361188" cy="365760"/>
            </a:xfrm>
            <a:prstGeom prst="rect">
              <a:avLst/>
            </a:prstGeom>
            <a:noFill/>
            <a:ln>
              <a:noFill/>
            </a:ln>
          </p:spPr>
        </p:pic>
        <p:pic>
          <p:nvPicPr>
            <p:cNvPr id="420" name="Google Shape;420;p18"/>
            <p:cNvPicPr preferRelativeResize="0"/>
            <p:nvPr/>
          </p:nvPicPr>
          <p:blipFill rotWithShape="1">
            <a:blip r:embed="rId70">
              <a:alphaModFix/>
            </a:blip>
            <a:srcRect b="0" l="0" r="0" t="0"/>
            <a:stretch/>
          </p:blipFill>
          <p:spPr>
            <a:xfrm>
              <a:off x="2048255" y="2628900"/>
              <a:ext cx="324612" cy="580644"/>
            </a:xfrm>
            <a:prstGeom prst="rect">
              <a:avLst/>
            </a:prstGeom>
            <a:noFill/>
            <a:ln>
              <a:noFill/>
            </a:ln>
          </p:spPr>
        </p:pic>
        <p:pic>
          <p:nvPicPr>
            <p:cNvPr id="421" name="Google Shape;421;p18"/>
            <p:cNvPicPr preferRelativeResize="0"/>
            <p:nvPr/>
          </p:nvPicPr>
          <p:blipFill rotWithShape="1">
            <a:blip r:embed="rId97">
              <a:alphaModFix/>
            </a:blip>
            <a:srcRect b="0" l="0" r="0" t="0"/>
            <a:stretch/>
          </p:blipFill>
          <p:spPr>
            <a:xfrm>
              <a:off x="2048255" y="2756915"/>
              <a:ext cx="361188" cy="365760"/>
            </a:xfrm>
            <a:prstGeom prst="rect">
              <a:avLst/>
            </a:prstGeom>
            <a:noFill/>
            <a:ln>
              <a:noFill/>
            </a:ln>
          </p:spPr>
        </p:pic>
        <p:pic>
          <p:nvPicPr>
            <p:cNvPr id="422" name="Google Shape;422;p18"/>
            <p:cNvPicPr preferRelativeResize="0"/>
            <p:nvPr/>
          </p:nvPicPr>
          <p:blipFill rotWithShape="1">
            <a:blip r:embed="rId71">
              <a:alphaModFix/>
            </a:blip>
            <a:srcRect b="0" l="0" r="0" t="0"/>
            <a:stretch/>
          </p:blipFill>
          <p:spPr>
            <a:xfrm>
              <a:off x="2272283" y="2628900"/>
              <a:ext cx="324612" cy="580644"/>
            </a:xfrm>
            <a:prstGeom prst="rect">
              <a:avLst/>
            </a:prstGeom>
            <a:noFill/>
            <a:ln>
              <a:noFill/>
            </a:ln>
          </p:spPr>
        </p:pic>
        <p:pic>
          <p:nvPicPr>
            <p:cNvPr id="423" name="Google Shape;423;p18"/>
            <p:cNvPicPr preferRelativeResize="0"/>
            <p:nvPr/>
          </p:nvPicPr>
          <p:blipFill rotWithShape="1">
            <a:blip r:embed="rId98">
              <a:alphaModFix/>
            </a:blip>
            <a:srcRect b="0" l="0" r="0" t="0"/>
            <a:stretch/>
          </p:blipFill>
          <p:spPr>
            <a:xfrm>
              <a:off x="2272283" y="2756915"/>
              <a:ext cx="361188" cy="365760"/>
            </a:xfrm>
            <a:prstGeom prst="rect">
              <a:avLst/>
            </a:prstGeom>
            <a:noFill/>
            <a:ln>
              <a:noFill/>
            </a:ln>
          </p:spPr>
        </p:pic>
        <p:pic>
          <p:nvPicPr>
            <p:cNvPr id="424" name="Google Shape;424;p18"/>
            <p:cNvPicPr preferRelativeResize="0"/>
            <p:nvPr/>
          </p:nvPicPr>
          <p:blipFill rotWithShape="1">
            <a:blip r:embed="rId72">
              <a:alphaModFix/>
            </a:blip>
            <a:srcRect b="0" l="0" r="0" t="0"/>
            <a:stretch/>
          </p:blipFill>
          <p:spPr>
            <a:xfrm>
              <a:off x="2496311" y="2628900"/>
              <a:ext cx="324612" cy="580644"/>
            </a:xfrm>
            <a:prstGeom prst="rect">
              <a:avLst/>
            </a:prstGeom>
            <a:noFill/>
            <a:ln>
              <a:noFill/>
            </a:ln>
          </p:spPr>
        </p:pic>
        <p:pic>
          <p:nvPicPr>
            <p:cNvPr id="425" name="Google Shape;425;p18"/>
            <p:cNvPicPr preferRelativeResize="0"/>
            <p:nvPr/>
          </p:nvPicPr>
          <p:blipFill rotWithShape="1">
            <a:blip r:embed="rId99">
              <a:alphaModFix/>
            </a:blip>
            <a:srcRect b="0" l="0" r="0" t="0"/>
            <a:stretch/>
          </p:blipFill>
          <p:spPr>
            <a:xfrm>
              <a:off x="2496311" y="2756915"/>
              <a:ext cx="361188" cy="365760"/>
            </a:xfrm>
            <a:prstGeom prst="rect">
              <a:avLst/>
            </a:prstGeom>
            <a:noFill/>
            <a:ln>
              <a:noFill/>
            </a:ln>
          </p:spPr>
        </p:pic>
        <p:pic>
          <p:nvPicPr>
            <p:cNvPr id="426" name="Google Shape;426;p18"/>
            <p:cNvPicPr preferRelativeResize="0"/>
            <p:nvPr/>
          </p:nvPicPr>
          <p:blipFill rotWithShape="1">
            <a:blip r:embed="rId73">
              <a:alphaModFix/>
            </a:blip>
            <a:srcRect b="0" l="0" r="0" t="0"/>
            <a:stretch/>
          </p:blipFill>
          <p:spPr>
            <a:xfrm>
              <a:off x="2720339" y="2628900"/>
              <a:ext cx="329184" cy="580644"/>
            </a:xfrm>
            <a:prstGeom prst="rect">
              <a:avLst/>
            </a:prstGeom>
            <a:noFill/>
            <a:ln>
              <a:noFill/>
            </a:ln>
          </p:spPr>
        </p:pic>
        <p:pic>
          <p:nvPicPr>
            <p:cNvPr id="427" name="Google Shape;427;p18"/>
            <p:cNvPicPr preferRelativeResize="0"/>
            <p:nvPr/>
          </p:nvPicPr>
          <p:blipFill rotWithShape="1">
            <a:blip r:embed="rId100">
              <a:alphaModFix/>
            </a:blip>
            <a:srcRect b="0" l="0" r="0" t="0"/>
            <a:stretch/>
          </p:blipFill>
          <p:spPr>
            <a:xfrm>
              <a:off x="2720339" y="2756915"/>
              <a:ext cx="361188" cy="365760"/>
            </a:xfrm>
            <a:prstGeom prst="rect">
              <a:avLst/>
            </a:prstGeom>
            <a:noFill/>
            <a:ln>
              <a:noFill/>
            </a:ln>
          </p:spPr>
        </p:pic>
        <p:pic>
          <p:nvPicPr>
            <p:cNvPr id="428" name="Google Shape;428;p18"/>
            <p:cNvPicPr preferRelativeResize="0"/>
            <p:nvPr/>
          </p:nvPicPr>
          <p:blipFill rotWithShape="1">
            <a:blip r:embed="rId74">
              <a:alphaModFix/>
            </a:blip>
            <a:srcRect b="0" l="0" r="0" t="0"/>
            <a:stretch/>
          </p:blipFill>
          <p:spPr>
            <a:xfrm>
              <a:off x="2944367" y="2628900"/>
              <a:ext cx="329183" cy="580644"/>
            </a:xfrm>
            <a:prstGeom prst="rect">
              <a:avLst/>
            </a:prstGeom>
            <a:noFill/>
            <a:ln>
              <a:noFill/>
            </a:ln>
          </p:spPr>
        </p:pic>
        <p:pic>
          <p:nvPicPr>
            <p:cNvPr id="429" name="Google Shape;429;p18"/>
            <p:cNvPicPr preferRelativeResize="0"/>
            <p:nvPr/>
          </p:nvPicPr>
          <p:blipFill rotWithShape="1">
            <a:blip r:embed="rId101">
              <a:alphaModFix/>
            </a:blip>
            <a:srcRect b="0" l="0" r="0" t="0"/>
            <a:stretch/>
          </p:blipFill>
          <p:spPr>
            <a:xfrm>
              <a:off x="2948939" y="2756915"/>
              <a:ext cx="361188" cy="365760"/>
            </a:xfrm>
            <a:prstGeom prst="rect">
              <a:avLst/>
            </a:prstGeom>
            <a:noFill/>
            <a:ln>
              <a:noFill/>
            </a:ln>
          </p:spPr>
        </p:pic>
        <p:pic>
          <p:nvPicPr>
            <p:cNvPr id="430" name="Google Shape;430;p18"/>
            <p:cNvPicPr preferRelativeResize="0"/>
            <p:nvPr/>
          </p:nvPicPr>
          <p:blipFill rotWithShape="1">
            <a:blip r:embed="rId75">
              <a:alphaModFix/>
            </a:blip>
            <a:srcRect b="0" l="0" r="0" t="0"/>
            <a:stretch/>
          </p:blipFill>
          <p:spPr>
            <a:xfrm>
              <a:off x="3172967" y="2628900"/>
              <a:ext cx="324611" cy="580644"/>
            </a:xfrm>
            <a:prstGeom prst="rect">
              <a:avLst/>
            </a:prstGeom>
            <a:noFill/>
            <a:ln>
              <a:noFill/>
            </a:ln>
          </p:spPr>
        </p:pic>
        <p:pic>
          <p:nvPicPr>
            <p:cNvPr id="431" name="Google Shape;431;p18"/>
            <p:cNvPicPr preferRelativeResize="0"/>
            <p:nvPr/>
          </p:nvPicPr>
          <p:blipFill rotWithShape="1">
            <a:blip r:embed="rId102">
              <a:alphaModFix/>
            </a:blip>
            <a:srcRect b="0" l="0" r="0" t="0"/>
            <a:stretch/>
          </p:blipFill>
          <p:spPr>
            <a:xfrm>
              <a:off x="3136392" y="2756915"/>
              <a:ext cx="434340" cy="365760"/>
            </a:xfrm>
            <a:prstGeom prst="rect">
              <a:avLst/>
            </a:prstGeom>
            <a:noFill/>
            <a:ln>
              <a:noFill/>
            </a:ln>
          </p:spPr>
        </p:pic>
        <p:pic>
          <p:nvPicPr>
            <p:cNvPr id="432" name="Google Shape;432;p18"/>
            <p:cNvPicPr preferRelativeResize="0"/>
            <p:nvPr/>
          </p:nvPicPr>
          <p:blipFill rotWithShape="1">
            <a:blip r:embed="rId76">
              <a:alphaModFix/>
            </a:blip>
            <a:srcRect b="0" l="0" r="0" t="0"/>
            <a:stretch/>
          </p:blipFill>
          <p:spPr>
            <a:xfrm>
              <a:off x="3396995" y="2628900"/>
              <a:ext cx="324612" cy="580644"/>
            </a:xfrm>
            <a:prstGeom prst="rect">
              <a:avLst/>
            </a:prstGeom>
            <a:noFill/>
            <a:ln>
              <a:noFill/>
            </a:ln>
          </p:spPr>
        </p:pic>
        <p:pic>
          <p:nvPicPr>
            <p:cNvPr id="433" name="Google Shape;433;p18"/>
            <p:cNvPicPr preferRelativeResize="0"/>
            <p:nvPr/>
          </p:nvPicPr>
          <p:blipFill rotWithShape="1">
            <a:blip r:embed="rId103">
              <a:alphaModFix/>
            </a:blip>
            <a:srcRect b="0" l="0" r="0" t="0"/>
            <a:stretch/>
          </p:blipFill>
          <p:spPr>
            <a:xfrm>
              <a:off x="3360420" y="2756915"/>
              <a:ext cx="434339" cy="365760"/>
            </a:xfrm>
            <a:prstGeom prst="rect">
              <a:avLst/>
            </a:prstGeom>
            <a:noFill/>
            <a:ln>
              <a:noFill/>
            </a:ln>
          </p:spPr>
        </p:pic>
        <p:pic>
          <p:nvPicPr>
            <p:cNvPr id="434" name="Google Shape;434;p18"/>
            <p:cNvPicPr preferRelativeResize="0"/>
            <p:nvPr/>
          </p:nvPicPr>
          <p:blipFill rotWithShape="1">
            <a:blip r:embed="rId68">
              <a:alphaModFix/>
            </a:blip>
            <a:srcRect b="0" l="0" r="0" t="0"/>
            <a:stretch/>
          </p:blipFill>
          <p:spPr>
            <a:xfrm>
              <a:off x="3621023" y="2628900"/>
              <a:ext cx="324612" cy="580644"/>
            </a:xfrm>
            <a:prstGeom prst="rect">
              <a:avLst/>
            </a:prstGeom>
            <a:noFill/>
            <a:ln>
              <a:noFill/>
            </a:ln>
          </p:spPr>
        </p:pic>
        <p:pic>
          <p:nvPicPr>
            <p:cNvPr id="435" name="Google Shape;435;p18"/>
            <p:cNvPicPr preferRelativeResize="0"/>
            <p:nvPr/>
          </p:nvPicPr>
          <p:blipFill rotWithShape="1">
            <a:blip r:embed="rId104">
              <a:alphaModFix/>
            </a:blip>
            <a:srcRect b="0" l="0" r="0" t="0"/>
            <a:stretch/>
          </p:blipFill>
          <p:spPr>
            <a:xfrm>
              <a:off x="3584448" y="2756915"/>
              <a:ext cx="434339" cy="365760"/>
            </a:xfrm>
            <a:prstGeom prst="rect">
              <a:avLst/>
            </a:prstGeom>
            <a:noFill/>
            <a:ln>
              <a:noFill/>
            </a:ln>
          </p:spPr>
        </p:pic>
        <p:pic>
          <p:nvPicPr>
            <p:cNvPr id="436" name="Google Shape;436;p18"/>
            <p:cNvPicPr preferRelativeResize="0"/>
            <p:nvPr/>
          </p:nvPicPr>
          <p:blipFill rotWithShape="1">
            <a:blip r:embed="rId77">
              <a:alphaModFix/>
            </a:blip>
            <a:srcRect b="0" l="0" r="0" t="0"/>
            <a:stretch/>
          </p:blipFill>
          <p:spPr>
            <a:xfrm>
              <a:off x="3845051" y="2628900"/>
              <a:ext cx="329184" cy="580644"/>
            </a:xfrm>
            <a:prstGeom prst="rect">
              <a:avLst/>
            </a:prstGeom>
            <a:noFill/>
            <a:ln>
              <a:noFill/>
            </a:ln>
          </p:spPr>
        </p:pic>
        <p:pic>
          <p:nvPicPr>
            <p:cNvPr id="437" name="Google Shape;437;p18"/>
            <p:cNvPicPr preferRelativeResize="0"/>
            <p:nvPr/>
          </p:nvPicPr>
          <p:blipFill rotWithShape="1">
            <a:blip r:embed="rId105">
              <a:alphaModFix/>
            </a:blip>
            <a:srcRect b="0" l="0" r="0" t="0"/>
            <a:stretch/>
          </p:blipFill>
          <p:spPr>
            <a:xfrm>
              <a:off x="3808476" y="2756915"/>
              <a:ext cx="434339" cy="365760"/>
            </a:xfrm>
            <a:prstGeom prst="rect">
              <a:avLst/>
            </a:prstGeom>
            <a:noFill/>
            <a:ln>
              <a:noFill/>
            </a:ln>
          </p:spPr>
        </p:pic>
        <p:pic>
          <p:nvPicPr>
            <p:cNvPr id="438" name="Google Shape;438;p18"/>
            <p:cNvPicPr preferRelativeResize="0"/>
            <p:nvPr/>
          </p:nvPicPr>
          <p:blipFill rotWithShape="1">
            <a:blip r:embed="rId78">
              <a:alphaModFix/>
            </a:blip>
            <a:srcRect b="0" l="0" r="0" t="0"/>
            <a:stretch/>
          </p:blipFill>
          <p:spPr>
            <a:xfrm>
              <a:off x="4073651" y="2628900"/>
              <a:ext cx="324612" cy="580644"/>
            </a:xfrm>
            <a:prstGeom prst="rect">
              <a:avLst/>
            </a:prstGeom>
            <a:noFill/>
            <a:ln>
              <a:noFill/>
            </a:ln>
          </p:spPr>
        </p:pic>
        <p:pic>
          <p:nvPicPr>
            <p:cNvPr id="439" name="Google Shape;439;p18"/>
            <p:cNvPicPr preferRelativeResize="0"/>
            <p:nvPr/>
          </p:nvPicPr>
          <p:blipFill rotWithShape="1">
            <a:blip r:embed="rId106">
              <a:alphaModFix/>
            </a:blip>
            <a:srcRect b="0" l="0" r="0" t="0"/>
            <a:stretch/>
          </p:blipFill>
          <p:spPr>
            <a:xfrm>
              <a:off x="4037076" y="2756915"/>
              <a:ext cx="434339" cy="365760"/>
            </a:xfrm>
            <a:prstGeom prst="rect">
              <a:avLst/>
            </a:prstGeom>
            <a:noFill/>
            <a:ln>
              <a:noFill/>
            </a:ln>
          </p:spPr>
        </p:pic>
        <p:pic>
          <p:nvPicPr>
            <p:cNvPr id="440" name="Google Shape;440;p18"/>
            <p:cNvPicPr preferRelativeResize="0"/>
            <p:nvPr/>
          </p:nvPicPr>
          <p:blipFill rotWithShape="1">
            <a:blip r:embed="rId79">
              <a:alphaModFix/>
            </a:blip>
            <a:srcRect b="0" l="0" r="0" t="0"/>
            <a:stretch/>
          </p:blipFill>
          <p:spPr>
            <a:xfrm>
              <a:off x="4297679" y="2628900"/>
              <a:ext cx="324612" cy="580644"/>
            </a:xfrm>
            <a:prstGeom prst="rect">
              <a:avLst/>
            </a:prstGeom>
            <a:noFill/>
            <a:ln>
              <a:noFill/>
            </a:ln>
          </p:spPr>
        </p:pic>
        <p:pic>
          <p:nvPicPr>
            <p:cNvPr id="441" name="Google Shape;441;p18"/>
            <p:cNvPicPr preferRelativeResize="0"/>
            <p:nvPr/>
          </p:nvPicPr>
          <p:blipFill rotWithShape="1">
            <a:blip r:embed="rId107">
              <a:alphaModFix/>
            </a:blip>
            <a:srcRect b="0" l="0" r="0" t="0"/>
            <a:stretch/>
          </p:blipFill>
          <p:spPr>
            <a:xfrm>
              <a:off x="4261104" y="2756915"/>
              <a:ext cx="434339" cy="365760"/>
            </a:xfrm>
            <a:prstGeom prst="rect">
              <a:avLst/>
            </a:prstGeom>
            <a:noFill/>
            <a:ln>
              <a:noFill/>
            </a:ln>
          </p:spPr>
        </p:pic>
        <p:pic>
          <p:nvPicPr>
            <p:cNvPr id="442" name="Google Shape;442;p18"/>
            <p:cNvPicPr preferRelativeResize="0"/>
            <p:nvPr/>
          </p:nvPicPr>
          <p:blipFill rotWithShape="1">
            <a:blip r:embed="rId72">
              <a:alphaModFix/>
            </a:blip>
            <a:srcRect b="0" l="0" r="0" t="0"/>
            <a:stretch/>
          </p:blipFill>
          <p:spPr>
            <a:xfrm>
              <a:off x="4521707" y="2628900"/>
              <a:ext cx="324612" cy="580644"/>
            </a:xfrm>
            <a:prstGeom prst="rect">
              <a:avLst/>
            </a:prstGeom>
            <a:noFill/>
            <a:ln>
              <a:noFill/>
            </a:ln>
          </p:spPr>
        </p:pic>
        <p:pic>
          <p:nvPicPr>
            <p:cNvPr id="443" name="Google Shape;443;p18"/>
            <p:cNvPicPr preferRelativeResize="0"/>
            <p:nvPr/>
          </p:nvPicPr>
          <p:blipFill rotWithShape="1">
            <a:blip r:embed="rId108">
              <a:alphaModFix/>
            </a:blip>
            <a:srcRect b="0" l="0" r="0" t="0"/>
            <a:stretch/>
          </p:blipFill>
          <p:spPr>
            <a:xfrm>
              <a:off x="4485132" y="2756915"/>
              <a:ext cx="434339" cy="365760"/>
            </a:xfrm>
            <a:prstGeom prst="rect">
              <a:avLst/>
            </a:prstGeom>
            <a:noFill/>
            <a:ln>
              <a:noFill/>
            </a:ln>
          </p:spPr>
        </p:pic>
        <p:pic>
          <p:nvPicPr>
            <p:cNvPr id="444" name="Google Shape;444;p18"/>
            <p:cNvPicPr preferRelativeResize="0"/>
            <p:nvPr/>
          </p:nvPicPr>
          <p:blipFill rotWithShape="1">
            <a:blip r:embed="rId80">
              <a:alphaModFix/>
            </a:blip>
            <a:srcRect b="0" l="0" r="0" t="0"/>
            <a:stretch/>
          </p:blipFill>
          <p:spPr>
            <a:xfrm>
              <a:off x="4745735" y="2628900"/>
              <a:ext cx="324612" cy="580644"/>
            </a:xfrm>
            <a:prstGeom prst="rect">
              <a:avLst/>
            </a:prstGeom>
            <a:noFill/>
            <a:ln>
              <a:noFill/>
            </a:ln>
          </p:spPr>
        </p:pic>
        <p:pic>
          <p:nvPicPr>
            <p:cNvPr id="445" name="Google Shape;445;p18"/>
            <p:cNvPicPr preferRelativeResize="0"/>
            <p:nvPr/>
          </p:nvPicPr>
          <p:blipFill rotWithShape="1">
            <a:blip r:embed="rId109">
              <a:alphaModFix/>
            </a:blip>
            <a:srcRect b="0" l="0" r="0" t="0"/>
            <a:stretch/>
          </p:blipFill>
          <p:spPr>
            <a:xfrm>
              <a:off x="4709159" y="2756915"/>
              <a:ext cx="434339" cy="365760"/>
            </a:xfrm>
            <a:prstGeom prst="rect">
              <a:avLst/>
            </a:prstGeom>
            <a:noFill/>
            <a:ln>
              <a:noFill/>
            </a:ln>
          </p:spPr>
        </p:pic>
        <p:pic>
          <p:nvPicPr>
            <p:cNvPr id="446" name="Google Shape;446;p18"/>
            <p:cNvPicPr preferRelativeResize="0"/>
            <p:nvPr/>
          </p:nvPicPr>
          <p:blipFill rotWithShape="1">
            <a:blip r:embed="rId81">
              <a:alphaModFix/>
            </a:blip>
            <a:srcRect b="0" l="0" r="0" t="0"/>
            <a:stretch/>
          </p:blipFill>
          <p:spPr>
            <a:xfrm>
              <a:off x="4969764" y="2628900"/>
              <a:ext cx="329184" cy="580644"/>
            </a:xfrm>
            <a:prstGeom prst="rect">
              <a:avLst/>
            </a:prstGeom>
            <a:noFill/>
            <a:ln>
              <a:noFill/>
            </a:ln>
          </p:spPr>
        </p:pic>
        <p:pic>
          <p:nvPicPr>
            <p:cNvPr id="447" name="Google Shape;447;p18"/>
            <p:cNvPicPr preferRelativeResize="0"/>
            <p:nvPr/>
          </p:nvPicPr>
          <p:blipFill rotWithShape="1">
            <a:blip r:embed="rId110">
              <a:alphaModFix/>
            </a:blip>
            <a:srcRect b="0" l="0" r="0" t="0"/>
            <a:stretch/>
          </p:blipFill>
          <p:spPr>
            <a:xfrm>
              <a:off x="4937759" y="2756915"/>
              <a:ext cx="434339" cy="365760"/>
            </a:xfrm>
            <a:prstGeom prst="rect">
              <a:avLst/>
            </a:prstGeom>
            <a:noFill/>
            <a:ln>
              <a:noFill/>
            </a:ln>
          </p:spPr>
        </p:pic>
        <p:pic>
          <p:nvPicPr>
            <p:cNvPr id="448" name="Google Shape;448;p18"/>
            <p:cNvPicPr preferRelativeResize="0"/>
            <p:nvPr/>
          </p:nvPicPr>
          <p:blipFill rotWithShape="1">
            <a:blip r:embed="rId82">
              <a:alphaModFix/>
            </a:blip>
            <a:srcRect b="0" l="0" r="0" t="0"/>
            <a:stretch/>
          </p:blipFill>
          <p:spPr>
            <a:xfrm>
              <a:off x="5198364" y="2628900"/>
              <a:ext cx="324612" cy="580644"/>
            </a:xfrm>
            <a:prstGeom prst="rect">
              <a:avLst/>
            </a:prstGeom>
            <a:noFill/>
            <a:ln>
              <a:noFill/>
            </a:ln>
          </p:spPr>
        </p:pic>
        <p:pic>
          <p:nvPicPr>
            <p:cNvPr id="449" name="Google Shape;449;p18"/>
            <p:cNvPicPr preferRelativeResize="0"/>
            <p:nvPr/>
          </p:nvPicPr>
          <p:blipFill rotWithShape="1">
            <a:blip r:embed="rId111">
              <a:alphaModFix/>
            </a:blip>
            <a:srcRect b="0" l="0" r="0" t="0"/>
            <a:stretch/>
          </p:blipFill>
          <p:spPr>
            <a:xfrm>
              <a:off x="5161788" y="2756915"/>
              <a:ext cx="434339" cy="365760"/>
            </a:xfrm>
            <a:prstGeom prst="rect">
              <a:avLst/>
            </a:prstGeom>
            <a:noFill/>
            <a:ln>
              <a:noFill/>
            </a:ln>
          </p:spPr>
        </p:pic>
        <p:pic>
          <p:nvPicPr>
            <p:cNvPr id="450" name="Google Shape;450;p18"/>
            <p:cNvPicPr preferRelativeResize="0"/>
            <p:nvPr/>
          </p:nvPicPr>
          <p:blipFill rotWithShape="1">
            <a:blip r:embed="rId76">
              <a:alphaModFix/>
            </a:blip>
            <a:srcRect b="0" l="0" r="0" t="0"/>
            <a:stretch/>
          </p:blipFill>
          <p:spPr>
            <a:xfrm>
              <a:off x="5422391" y="2628900"/>
              <a:ext cx="324612" cy="580644"/>
            </a:xfrm>
            <a:prstGeom prst="rect">
              <a:avLst/>
            </a:prstGeom>
            <a:noFill/>
            <a:ln>
              <a:noFill/>
            </a:ln>
          </p:spPr>
        </p:pic>
        <p:pic>
          <p:nvPicPr>
            <p:cNvPr id="451" name="Google Shape;451;p18"/>
            <p:cNvPicPr preferRelativeResize="0"/>
            <p:nvPr/>
          </p:nvPicPr>
          <p:blipFill rotWithShape="1">
            <a:blip r:embed="rId112">
              <a:alphaModFix/>
            </a:blip>
            <a:srcRect b="0" l="0" r="0" t="0"/>
            <a:stretch/>
          </p:blipFill>
          <p:spPr>
            <a:xfrm>
              <a:off x="5385815" y="2756915"/>
              <a:ext cx="434339" cy="365760"/>
            </a:xfrm>
            <a:prstGeom prst="rect">
              <a:avLst/>
            </a:prstGeom>
            <a:noFill/>
            <a:ln>
              <a:noFill/>
            </a:ln>
          </p:spPr>
        </p:pic>
        <p:pic>
          <p:nvPicPr>
            <p:cNvPr id="452" name="Google Shape;452;p18"/>
            <p:cNvPicPr preferRelativeResize="0"/>
            <p:nvPr/>
          </p:nvPicPr>
          <p:blipFill rotWithShape="1">
            <a:blip r:embed="rId83">
              <a:alphaModFix/>
            </a:blip>
            <a:srcRect b="0" l="0" r="0" t="0"/>
            <a:stretch/>
          </p:blipFill>
          <p:spPr>
            <a:xfrm>
              <a:off x="5646420" y="2628900"/>
              <a:ext cx="324612" cy="580644"/>
            </a:xfrm>
            <a:prstGeom prst="rect">
              <a:avLst/>
            </a:prstGeom>
            <a:noFill/>
            <a:ln>
              <a:noFill/>
            </a:ln>
          </p:spPr>
        </p:pic>
        <p:pic>
          <p:nvPicPr>
            <p:cNvPr id="453" name="Google Shape;453;p18"/>
            <p:cNvPicPr preferRelativeResize="0"/>
            <p:nvPr/>
          </p:nvPicPr>
          <p:blipFill rotWithShape="1">
            <a:blip r:embed="rId113">
              <a:alphaModFix/>
            </a:blip>
            <a:srcRect b="0" l="0" r="0" t="0"/>
            <a:stretch/>
          </p:blipFill>
          <p:spPr>
            <a:xfrm>
              <a:off x="5609844" y="2756915"/>
              <a:ext cx="434339" cy="365760"/>
            </a:xfrm>
            <a:prstGeom prst="rect">
              <a:avLst/>
            </a:prstGeom>
            <a:noFill/>
            <a:ln>
              <a:noFill/>
            </a:ln>
          </p:spPr>
        </p:pic>
        <p:sp>
          <p:nvSpPr>
            <p:cNvPr id="454" name="Google Shape;454;p18"/>
            <p:cNvSpPr/>
            <p:nvPr/>
          </p:nvSpPr>
          <p:spPr>
            <a:xfrm>
              <a:off x="5697092" y="2659634"/>
              <a:ext cx="225425" cy="480059"/>
            </a:xfrm>
            <a:custGeom>
              <a:rect b="b" l="l" r="r" t="t"/>
              <a:pathLst>
                <a:path extrusionOk="0" h="480060" w="225425">
                  <a:moveTo>
                    <a:pt x="225018" y="0"/>
                  </a:moveTo>
                  <a:lnTo>
                    <a:pt x="0" y="0"/>
                  </a:lnTo>
                  <a:lnTo>
                    <a:pt x="0" y="480060"/>
                  </a:lnTo>
                  <a:lnTo>
                    <a:pt x="225018" y="480060"/>
                  </a:lnTo>
                  <a:lnTo>
                    <a:pt x="225018" y="0"/>
                  </a:lnTo>
                  <a:close/>
                </a:path>
              </a:pathLst>
            </a:custGeom>
            <a:solidFill>
              <a:srgbClr val="C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5" name="Google Shape;455;p18"/>
            <p:cNvPicPr preferRelativeResize="0"/>
            <p:nvPr/>
          </p:nvPicPr>
          <p:blipFill rotWithShape="1">
            <a:blip r:embed="rId84">
              <a:alphaModFix/>
            </a:blip>
            <a:srcRect b="0" l="0" r="0" t="0"/>
            <a:stretch/>
          </p:blipFill>
          <p:spPr>
            <a:xfrm>
              <a:off x="5870447" y="2628900"/>
              <a:ext cx="329184" cy="580644"/>
            </a:xfrm>
            <a:prstGeom prst="rect">
              <a:avLst/>
            </a:prstGeom>
            <a:noFill/>
            <a:ln>
              <a:noFill/>
            </a:ln>
          </p:spPr>
        </p:pic>
        <p:pic>
          <p:nvPicPr>
            <p:cNvPr id="456" name="Google Shape;456;p18"/>
            <p:cNvPicPr preferRelativeResize="0"/>
            <p:nvPr/>
          </p:nvPicPr>
          <p:blipFill rotWithShape="1">
            <a:blip r:embed="rId114">
              <a:alphaModFix/>
            </a:blip>
            <a:srcRect b="0" l="0" r="0" t="0"/>
            <a:stretch/>
          </p:blipFill>
          <p:spPr>
            <a:xfrm>
              <a:off x="5833871" y="2756915"/>
              <a:ext cx="434339" cy="365760"/>
            </a:xfrm>
            <a:prstGeom prst="rect">
              <a:avLst/>
            </a:prstGeom>
            <a:noFill/>
            <a:ln>
              <a:noFill/>
            </a:ln>
          </p:spPr>
        </p:pic>
        <p:pic>
          <p:nvPicPr>
            <p:cNvPr id="457" name="Google Shape;457;p18"/>
            <p:cNvPicPr preferRelativeResize="0"/>
            <p:nvPr/>
          </p:nvPicPr>
          <p:blipFill rotWithShape="1">
            <a:blip r:embed="rId85">
              <a:alphaModFix/>
            </a:blip>
            <a:srcRect b="0" l="0" r="0" t="0"/>
            <a:stretch/>
          </p:blipFill>
          <p:spPr>
            <a:xfrm>
              <a:off x="6094476" y="2628900"/>
              <a:ext cx="329184" cy="580644"/>
            </a:xfrm>
            <a:prstGeom prst="rect">
              <a:avLst/>
            </a:prstGeom>
            <a:noFill/>
            <a:ln>
              <a:noFill/>
            </a:ln>
          </p:spPr>
        </p:pic>
        <p:pic>
          <p:nvPicPr>
            <p:cNvPr id="458" name="Google Shape;458;p18"/>
            <p:cNvPicPr preferRelativeResize="0"/>
            <p:nvPr/>
          </p:nvPicPr>
          <p:blipFill rotWithShape="1">
            <a:blip r:embed="rId115">
              <a:alphaModFix/>
            </a:blip>
            <a:srcRect b="0" l="0" r="0" t="0"/>
            <a:stretch/>
          </p:blipFill>
          <p:spPr>
            <a:xfrm>
              <a:off x="6062471" y="2756915"/>
              <a:ext cx="434339" cy="365760"/>
            </a:xfrm>
            <a:prstGeom prst="rect">
              <a:avLst/>
            </a:prstGeom>
            <a:noFill/>
            <a:ln>
              <a:noFill/>
            </a:ln>
          </p:spPr>
        </p:pic>
        <p:pic>
          <p:nvPicPr>
            <p:cNvPr id="459" name="Google Shape;459;p18"/>
            <p:cNvPicPr preferRelativeResize="0"/>
            <p:nvPr/>
          </p:nvPicPr>
          <p:blipFill rotWithShape="1">
            <a:blip r:embed="rId79">
              <a:alphaModFix/>
            </a:blip>
            <a:srcRect b="0" l="0" r="0" t="0"/>
            <a:stretch/>
          </p:blipFill>
          <p:spPr>
            <a:xfrm>
              <a:off x="6323076" y="2628900"/>
              <a:ext cx="324611" cy="580644"/>
            </a:xfrm>
            <a:prstGeom prst="rect">
              <a:avLst/>
            </a:prstGeom>
            <a:noFill/>
            <a:ln>
              <a:noFill/>
            </a:ln>
          </p:spPr>
        </p:pic>
        <p:pic>
          <p:nvPicPr>
            <p:cNvPr id="460" name="Google Shape;460;p18"/>
            <p:cNvPicPr preferRelativeResize="0"/>
            <p:nvPr/>
          </p:nvPicPr>
          <p:blipFill rotWithShape="1">
            <a:blip r:embed="rId116">
              <a:alphaModFix/>
            </a:blip>
            <a:srcRect b="0" l="0" r="0" t="0"/>
            <a:stretch/>
          </p:blipFill>
          <p:spPr>
            <a:xfrm>
              <a:off x="6286500" y="2756915"/>
              <a:ext cx="434340" cy="365760"/>
            </a:xfrm>
            <a:prstGeom prst="rect">
              <a:avLst/>
            </a:prstGeom>
            <a:noFill/>
            <a:ln>
              <a:noFill/>
            </a:ln>
          </p:spPr>
        </p:pic>
        <p:pic>
          <p:nvPicPr>
            <p:cNvPr id="461" name="Google Shape;461;p18"/>
            <p:cNvPicPr preferRelativeResize="0"/>
            <p:nvPr/>
          </p:nvPicPr>
          <p:blipFill rotWithShape="1">
            <a:blip r:embed="rId86">
              <a:alphaModFix/>
            </a:blip>
            <a:srcRect b="0" l="0" r="0" t="0"/>
            <a:stretch/>
          </p:blipFill>
          <p:spPr>
            <a:xfrm>
              <a:off x="6547103" y="2628900"/>
              <a:ext cx="324611" cy="580644"/>
            </a:xfrm>
            <a:prstGeom prst="rect">
              <a:avLst/>
            </a:prstGeom>
            <a:noFill/>
            <a:ln>
              <a:noFill/>
            </a:ln>
          </p:spPr>
        </p:pic>
        <p:pic>
          <p:nvPicPr>
            <p:cNvPr id="462" name="Google Shape;462;p18"/>
            <p:cNvPicPr preferRelativeResize="0"/>
            <p:nvPr/>
          </p:nvPicPr>
          <p:blipFill rotWithShape="1">
            <a:blip r:embed="rId117">
              <a:alphaModFix/>
            </a:blip>
            <a:srcRect b="0" l="0" r="0" t="0"/>
            <a:stretch/>
          </p:blipFill>
          <p:spPr>
            <a:xfrm>
              <a:off x="6510528" y="2756915"/>
              <a:ext cx="434340" cy="365760"/>
            </a:xfrm>
            <a:prstGeom prst="rect">
              <a:avLst/>
            </a:prstGeom>
            <a:noFill/>
            <a:ln>
              <a:noFill/>
            </a:ln>
          </p:spPr>
        </p:pic>
        <p:pic>
          <p:nvPicPr>
            <p:cNvPr id="463" name="Google Shape;463;p18"/>
            <p:cNvPicPr preferRelativeResize="0"/>
            <p:nvPr/>
          </p:nvPicPr>
          <p:blipFill rotWithShape="1">
            <a:blip r:embed="rId87">
              <a:alphaModFix/>
            </a:blip>
            <a:srcRect b="0" l="0" r="0" t="0"/>
            <a:stretch/>
          </p:blipFill>
          <p:spPr>
            <a:xfrm>
              <a:off x="6771132" y="2628900"/>
              <a:ext cx="324611" cy="580644"/>
            </a:xfrm>
            <a:prstGeom prst="rect">
              <a:avLst/>
            </a:prstGeom>
            <a:noFill/>
            <a:ln>
              <a:noFill/>
            </a:ln>
          </p:spPr>
        </p:pic>
        <p:pic>
          <p:nvPicPr>
            <p:cNvPr id="464" name="Google Shape;464;p18"/>
            <p:cNvPicPr preferRelativeResize="0"/>
            <p:nvPr/>
          </p:nvPicPr>
          <p:blipFill rotWithShape="1">
            <a:blip r:embed="rId118">
              <a:alphaModFix/>
            </a:blip>
            <a:srcRect b="0" l="0" r="0" t="0"/>
            <a:stretch/>
          </p:blipFill>
          <p:spPr>
            <a:xfrm>
              <a:off x="6734555" y="2756915"/>
              <a:ext cx="434340" cy="365760"/>
            </a:xfrm>
            <a:prstGeom prst="rect">
              <a:avLst/>
            </a:prstGeom>
            <a:noFill/>
            <a:ln>
              <a:noFill/>
            </a:ln>
          </p:spPr>
        </p:pic>
        <p:pic>
          <p:nvPicPr>
            <p:cNvPr id="465" name="Google Shape;465;p18"/>
            <p:cNvPicPr preferRelativeResize="0"/>
            <p:nvPr/>
          </p:nvPicPr>
          <p:blipFill rotWithShape="1">
            <a:blip r:embed="rId69">
              <a:alphaModFix/>
            </a:blip>
            <a:srcRect b="0" l="0" r="0" t="0"/>
            <a:stretch/>
          </p:blipFill>
          <p:spPr>
            <a:xfrm>
              <a:off x="6995159" y="2628900"/>
              <a:ext cx="329183" cy="580644"/>
            </a:xfrm>
            <a:prstGeom prst="rect">
              <a:avLst/>
            </a:prstGeom>
            <a:noFill/>
            <a:ln>
              <a:noFill/>
            </a:ln>
          </p:spPr>
        </p:pic>
        <p:pic>
          <p:nvPicPr>
            <p:cNvPr id="466" name="Google Shape;466;p18"/>
            <p:cNvPicPr preferRelativeResize="0"/>
            <p:nvPr/>
          </p:nvPicPr>
          <p:blipFill rotWithShape="1">
            <a:blip r:embed="rId119">
              <a:alphaModFix/>
            </a:blip>
            <a:srcRect b="0" l="0" r="0" t="0"/>
            <a:stretch/>
          </p:blipFill>
          <p:spPr>
            <a:xfrm>
              <a:off x="6958584" y="2756915"/>
              <a:ext cx="434340" cy="365760"/>
            </a:xfrm>
            <a:prstGeom prst="rect">
              <a:avLst/>
            </a:prstGeom>
            <a:noFill/>
            <a:ln>
              <a:noFill/>
            </a:ln>
          </p:spPr>
        </p:pic>
        <p:pic>
          <p:nvPicPr>
            <p:cNvPr id="467" name="Google Shape;467;p18"/>
            <p:cNvPicPr preferRelativeResize="0"/>
            <p:nvPr/>
          </p:nvPicPr>
          <p:blipFill rotWithShape="1">
            <a:blip r:embed="rId88">
              <a:alphaModFix/>
            </a:blip>
            <a:srcRect b="0" l="0" r="0" t="0"/>
            <a:stretch/>
          </p:blipFill>
          <p:spPr>
            <a:xfrm>
              <a:off x="7223759" y="2628900"/>
              <a:ext cx="324611" cy="580644"/>
            </a:xfrm>
            <a:prstGeom prst="rect">
              <a:avLst/>
            </a:prstGeom>
            <a:noFill/>
            <a:ln>
              <a:noFill/>
            </a:ln>
          </p:spPr>
        </p:pic>
        <p:pic>
          <p:nvPicPr>
            <p:cNvPr id="468" name="Google Shape;468;p18"/>
            <p:cNvPicPr preferRelativeResize="0"/>
            <p:nvPr/>
          </p:nvPicPr>
          <p:blipFill rotWithShape="1">
            <a:blip r:embed="rId120">
              <a:alphaModFix/>
            </a:blip>
            <a:srcRect b="0" l="0" r="0" t="0"/>
            <a:stretch/>
          </p:blipFill>
          <p:spPr>
            <a:xfrm>
              <a:off x="7187184" y="2756915"/>
              <a:ext cx="434340" cy="365760"/>
            </a:xfrm>
            <a:prstGeom prst="rect">
              <a:avLst/>
            </a:prstGeom>
            <a:noFill/>
            <a:ln>
              <a:noFill/>
            </a:ln>
          </p:spPr>
        </p:pic>
        <p:pic>
          <p:nvPicPr>
            <p:cNvPr id="469" name="Google Shape;469;p18"/>
            <p:cNvPicPr preferRelativeResize="0"/>
            <p:nvPr/>
          </p:nvPicPr>
          <p:blipFill rotWithShape="1">
            <a:blip r:embed="rId121">
              <a:alphaModFix/>
            </a:blip>
            <a:srcRect b="0" l="0" r="0" t="0"/>
            <a:stretch/>
          </p:blipFill>
          <p:spPr>
            <a:xfrm>
              <a:off x="7447788" y="2628900"/>
              <a:ext cx="324611" cy="580644"/>
            </a:xfrm>
            <a:prstGeom prst="rect">
              <a:avLst/>
            </a:prstGeom>
            <a:noFill/>
            <a:ln>
              <a:noFill/>
            </a:ln>
          </p:spPr>
        </p:pic>
        <p:pic>
          <p:nvPicPr>
            <p:cNvPr id="470" name="Google Shape;470;p18"/>
            <p:cNvPicPr preferRelativeResize="0"/>
            <p:nvPr/>
          </p:nvPicPr>
          <p:blipFill rotWithShape="1">
            <a:blip r:embed="rId122">
              <a:alphaModFix/>
            </a:blip>
            <a:srcRect b="0" l="0" r="0" t="0"/>
            <a:stretch/>
          </p:blipFill>
          <p:spPr>
            <a:xfrm>
              <a:off x="7411211" y="2756915"/>
              <a:ext cx="434340" cy="365760"/>
            </a:xfrm>
            <a:prstGeom prst="rect">
              <a:avLst/>
            </a:prstGeom>
            <a:noFill/>
            <a:ln>
              <a:noFill/>
            </a:ln>
          </p:spPr>
        </p:pic>
        <p:pic>
          <p:nvPicPr>
            <p:cNvPr id="471" name="Google Shape;471;p18"/>
            <p:cNvPicPr preferRelativeResize="0"/>
            <p:nvPr/>
          </p:nvPicPr>
          <p:blipFill rotWithShape="1">
            <a:blip r:embed="rId90">
              <a:alphaModFix/>
            </a:blip>
            <a:srcRect b="0" l="0" r="0" t="0"/>
            <a:stretch/>
          </p:blipFill>
          <p:spPr>
            <a:xfrm>
              <a:off x="7671815" y="2628900"/>
              <a:ext cx="324611" cy="580644"/>
            </a:xfrm>
            <a:prstGeom prst="rect">
              <a:avLst/>
            </a:prstGeom>
            <a:noFill/>
            <a:ln>
              <a:noFill/>
            </a:ln>
          </p:spPr>
        </p:pic>
        <p:pic>
          <p:nvPicPr>
            <p:cNvPr id="472" name="Google Shape;472;p18"/>
            <p:cNvPicPr preferRelativeResize="0"/>
            <p:nvPr/>
          </p:nvPicPr>
          <p:blipFill rotWithShape="1">
            <a:blip r:embed="rId123">
              <a:alphaModFix/>
            </a:blip>
            <a:srcRect b="0" l="0" r="0" t="0"/>
            <a:stretch/>
          </p:blipFill>
          <p:spPr>
            <a:xfrm>
              <a:off x="7635240" y="2756915"/>
              <a:ext cx="434340" cy="365760"/>
            </a:xfrm>
            <a:prstGeom prst="rect">
              <a:avLst/>
            </a:prstGeom>
            <a:noFill/>
            <a:ln>
              <a:noFill/>
            </a:ln>
          </p:spPr>
        </p:pic>
      </p:grpSp>
      <p:graphicFrame>
        <p:nvGraphicFramePr>
          <p:cNvPr id="473" name="Google Shape;473;p18"/>
          <p:cNvGraphicFramePr/>
          <p:nvPr/>
        </p:nvGraphicFramePr>
        <p:xfrm>
          <a:off x="1191869" y="2654871"/>
          <a:ext cx="3000000" cy="3000000"/>
        </p:xfrm>
        <a:graphic>
          <a:graphicData uri="http://schemas.openxmlformats.org/drawingml/2006/table">
            <a:tbl>
              <a:tblPr bandRow="1" firstRow="1">
                <a:noFill/>
                <a:tableStyleId>{4E501826-8B68-497C-9E6C-C25F770EEAD1}</a:tableStyleId>
              </a:tblPr>
              <a:tblGrid>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gridCol w="224800"/>
              </a:tblGrid>
              <a:tr h="480050">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7429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7366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7429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3</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7429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4</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7429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5</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7429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6</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7429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7</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8</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9</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810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10</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873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11</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873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12</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873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13</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873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14</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937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15</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937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16</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937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17</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937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18</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937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19</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937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20</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39370" marR="0" rtl="0" algn="l">
                        <a:lnSpc>
                          <a:spcPct val="100000"/>
                        </a:lnSpc>
                        <a:spcBef>
                          <a:spcPts val="0"/>
                        </a:spcBef>
                        <a:spcAft>
                          <a:spcPts val="0"/>
                        </a:spcAft>
                        <a:buClr>
                          <a:srgbClr val="000000"/>
                        </a:buClr>
                        <a:buSzPts val="1050"/>
                        <a:buFont typeface="Arial"/>
                        <a:buNone/>
                      </a:pPr>
                      <a:r>
                        <a:rPr lang="en-US" sz="1050" u="none" cap="none" strike="noStrike">
                          <a:solidFill>
                            <a:srgbClr val="FFFFFF"/>
                          </a:solidFill>
                          <a:latin typeface="Arial"/>
                          <a:ea typeface="Arial"/>
                          <a:cs typeface="Arial"/>
                          <a:sym typeface="Arial"/>
                        </a:rPr>
                        <a:t>21</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00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22</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00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23</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00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24</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00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25</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00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26</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005"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27</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64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28</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64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29</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t/>
                      </a:r>
                      <a:endParaRPr sz="1050" u="none" cap="none" strike="noStrike">
                        <a:latin typeface="Times New Roman"/>
                        <a:ea typeface="Times New Roman"/>
                        <a:cs typeface="Times New Roman"/>
                        <a:sym typeface="Times New Roman"/>
                      </a:endParaRPr>
                    </a:p>
                    <a:p>
                      <a:pPr indent="0" lvl="0" marL="40640" marR="0" rtl="0" algn="l">
                        <a:lnSpc>
                          <a:spcPct val="100000"/>
                        </a:lnSpc>
                        <a:spcBef>
                          <a:spcPts val="0"/>
                        </a:spcBef>
                        <a:spcAft>
                          <a:spcPts val="0"/>
                        </a:spcAft>
                        <a:buClr>
                          <a:srgbClr val="000000"/>
                        </a:buClr>
                        <a:buSzPts val="1050"/>
                        <a:buFont typeface="Arial"/>
                        <a:buNone/>
                      </a:pPr>
                      <a:r>
                        <a:rPr lang="en-US" sz="1050" u="none" cap="none" strike="noStrike">
                          <a:latin typeface="Arial"/>
                          <a:ea typeface="Arial"/>
                          <a:cs typeface="Arial"/>
                          <a:sym typeface="Arial"/>
                        </a:rPr>
                        <a:t>30</a:t>
                      </a:r>
                      <a:endParaRPr sz="1050" u="none" cap="none" strike="noStrike">
                        <a:latin typeface="Arial"/>
                        <a:ea typeface="Arial"/>
                        <a:cs typeface="Arial"/>
                        <a:sym typeface="Arial"/>
                      </a:endParaRPr>
                    </a:p>
                  </a:txBody>
                  <a:tcPr marT="3175" marB="0" marR="0" marL="0">
                    <a:lnL cap="flat" cmpd="sng" w="9525">
                      <a:solidFill>
                        <a:srgbClr val="BEBEBE"/>
                      </a:solidFill>
                      <a:prstDash val="solid"/>
                      <a:round/>
                      <a:headEnd len="sm" w="sm" type="none"/>
                      <a:tailEnd len="sm" w="sm" type="none"/>
                    </a:lnL>
                    <a:lnR cap="flat" cmpd="sng" w="9525">
                      <a:solidFill>
                        <a:srgbClr val="BEBEBE"/>
                      </a:solidFill>
                      <a:prstDash val="solid"/>
                      <a:round/>
                      <a:headEnd len="sm" w="sm" type="none"/>
                      <a:tailEnd len="sm" w="sm" type="none"/>
                    </a:lnR>
                    <a:lnT cap="flat" cmpd="sng" w="9525">
                      <a:solidFill>
                        <a:srgbClr val="BEBEBE"/>
                      </a:solidFill>
                      <a:prstDash val="solid"/>
                      <a:round/>
                      <a:headEnd len="sm" w="sm" type="none"/>
                      <a:tailEnd len="sm" w="sm" type="none"/>
                    </a:lnT>
                    <a:lnB cap="flat" cmpd="sng" w="9525">
                      <a:solidFill>
                        <a:srgbClr val="BEBEBE"/>
                      </a:solidFill>
                      <a:prstDash val="solid"/>
                      <a:round/>
                      <a:headEnd len="sm" w="sm" type="none"/>
                      <a:tailEnd len="sm" w="sm" type="none"/>
                    </a:lnB>
                  </a:tcPr>
                </a:tc>
              </a:tr>
            </a:tbl>
          </a:graphicData>
        </a:graphic>
      </p:graphicFrame>
      <p:grpSp>
        <p:nvGrpSpPr>
          <p:cNvPr id="474" name="Google Shape;474;p18"/>
          <p:cNvGrpSpPr/>
          <p:nvPr/>
        </p:nvGrpSpPr>
        <p:grpSpPr>
          <a:xfrm>
            <a:off x="974572" y="3820795"/>
            <a:ext cx="5065547" cy="347345"/>
            <a:chOff x="974572" y="3820795"/>
            <a:chExt cx="5065547" cy="347345"/>
          </a:xfrm>
        </p:grpSpPr>
        <p:sp>
          <p:nvSpPr>
            <p:cNvPr id="475" name="Google Shape;475;p18"/>
            <p:cNvSpPr/>
            <p:nvPr/>
          </p:nvSpPr>
          <p:spPr>
            <a:xfrm>
              <a:off x="5809615" y="3827145"/>
              <a:ext cx="230504" cy="340995"/>
            </a:xfrm>
            <a:custGeom>
              <a:rect b="b" l="l" r="r" t="t"/>
              <a:pathLst>
                <a:path extrusionOk="0" h="340995" w="230504">
                  <a:moveTo>
                    <a:pt x="9271" y="235584"/>
                  </a:moveTo>
                  <a:lnTo>
                    <a:pt x="6223" y="238251"/>
                  </a:lnTo>
                  <a:lnTo>
                    <a:pt x="5969" y="241807"/>
                  </a:lnTo>
                  <a:lnTo>
                    <a:pt x="0" y="340740"/>
                  </a:lnTo>
                  <a:lnTo>
                    <a:pt x="14275" y="333755"/>
                  </a:lnTo>
                  <a:lnTo>
                    <a:pt x="12319" y="333755"/>
                  </a:lnTo>
                  <a:lnTo>
                    <a:pt x="1777" y="326643"/>
                  </a:lnTo>
                  <a:lnTo>
                    <a:pt x="14752" y="307197"/>
                  </a:lnTo>
                  <a:lnTo>
                    <a:pt x="18669" y="242569"/>
                  </a:lnTo>
                  <a:lnTo>
                    <a:pt x="18923" y="239013"/>
                  </a:lnTo>
                  <a:lnTo>
                    <a:pt x="16256" y="236092"/>
                  </a:lnTo>
                  <a:lnTo>
                    <a:pt x="9271" y="235584"/>
                  </a:lnTo>
                  <a:close/>
                </a:path>
                <a:path extrusionOk="0" h="340995" w="230504">
                  <a:moveTo>
                    <a:pt x="14752" y="307197"/>
                  </a:moveTo>
                  <a:lnTo>
                    <a:pt x="1777" y="326643"/>
                  </a:lnTo>
                  <a:lnTo>
                    <a:pt x="12319" y="333755"/>
                  </a:lnTo>
                  <a:lnTo>
                    <a:pt x="14438" y="330580"/>
                  </a:lnTo>
                  <a:lnTo>
                    <a:pt x="13335" y="330580"/>
                  </a:lnTo>
                  <a:lnTo>
                    <a:pt x="4190" y="324484"/>
                  </a:lnTo>
                  <a:lnTo>
                    <a:pt x="13994" y="319693"/>
                  </a:lnTo>
                  <a:lnTo>
                    <a:pt x="14752" y="307197"/>
                  </a:lnTo>
                  <a:close/>
                </a:path>
                <a:path extrusionOk="0" h="340995" w="230504">
                  <a:moveTo>
                    <a:pt x="86613" y="284225"/>
                  </a:moveTo>
                  <a:lnTo>
                    <a:pt x="25442" y="314097"/>
                  </a:lnTo>
                  <a:lnTo>
                    <a:pt x="12319" y="333755"/>
                  </a:lnTo>
                  <a:lnTo>
                    <a:pt x="14275" y="333755"/>
                  </a:lnTo>
                  <a:lnTo>
                    <a:pt x="92201" y="295655"/>
                  </a:lnTo>
                  <a:lnTo>
                    <a:pt x="93472" y="291845"/>
                  </a:lnTo>
                  <a:lnTo>
                    <a:pt x="91948" y="288670"/>
                  </a:lnTo>
                  <a:lnTo>
                    <a:pt x="90487" y="285749"/>
                  </a:lnTo>
                  <a:lnTo>
                    <a:pt x="90770" y="285749"/>
                  </a:lnTo>
                  <a:lnTo>
                    <a:pt x="86613" y="284225"/>
                  </a:lnTo>
                  <a:close/>
                </a:path>
                <a:path extrusionOk="0" h="340995" w="230504">
                  <a:moveTo>
                    <a:pt x="13994" y="319693"/>
                  </a:moveTo>
                  <a:lnTo>
                    <a:pt x="4190" y="324484"/>
                  </a:lnTo>
                  <a:lnTo>
                    <a:pt x="13335" y="330580"/>
                  </a:lnTo>
                  <a:lnTo>
                    <a:pt x="13994" y="319693"/>
                  </a:lnTo>
                  <a:close/>
                </a:path>
                <a:path extrusionOk="0" h="340995" w="230504">
                  <a:moveTo>
                    <a:pt x="25442" y="314097"/>
                  </a:moveTo>
                  <a:lnTo>
                    <a:pt x="13994" y="319693"/>
                  </a:lnTo>
                  <a:lnTo>
                    <a:pt x="13335" y="330580"/>
                  </a:lnTo>
                  <a:lnTo>
                    <a:pt x="14438" y="330580"/>
                  </a:lnTo>
                  <a:lnTo>
                    <a:pt x="25442" y="314097"/>
                  </a:lnTo>
                  <a:close/>
                </a:path>
                <a:path extrusionOk="0" h="340995" w="230504">
                  <a:moveTo>
                    <a:pt x="219710" y="0"/>
                  </a:moveTo>
                  <a:lnTo>
                    <a:pt x="14752" y="307197"/>
                  </a:lnTo>
                  <a:lnTo>
                    <a:pt x="13994" y="319693"/>
                  </a:lnTo>
                  <a:lnTo>
                    <a:pt x="25442" y="314097"/>
                  </a:lnTo>
                  <a:lnTo>
                    <a:pt x="230377" y="7111"/>
                  </a:lnTo>
                  <a:lnTo>
                    <a:pt x="219710" y="0"/>
                  </a:lnTo>
                  <a:close/>
                </a:path>
              </a:pathLst>
            </a:custGeom>
            <a:solidFill>
              <a:srgbClr val="88AC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8"/>
            <p:cNvSpPr/>
            <p:nvPr/>
          </p:nvSpPr>
          <p:spPr>
            <a:xfrm>
              <a:off x="974572" y="3820795"/>
              <a:ext cx="1800860" cy="225425"/>
            </a:xfrm>
            <a:custGeom>
              <a:rect b="b" l="l" r="r" t="t"/>
              <a:pathLst>
                <a:path extrusionOk="0" h="225425" w="1800860">
                  <a:moveTo>
                    <a:pt x="1800250" y="225043"/>
                  </a:moveTo>
                  <a:lnTo>
                    <a:pt x="1793186" y="181262"/>
                  </a:lnTo>
                  <a:lnTo>
                    <a:pt x="1773929" y="145494"/>
                  </a:lnTo>
                  <a:lnTo>
                    <a:pt x="1745386" y="121370"/>
                  </a:lnTo>
                  <a:lnTo>
                    <a:pt x="1710461" y="112521"/>
                  </a:lnTo>
                  <a:lnTo>
                    <a:pt x="989863" y="112521"/>
                  </a:lnTo>
                  <a:lnTo>
                    <a:pt x="954938" y="103691"/>
                  </a:lnTo>
                  <a:lnTo>
                    <a:pt x="926395" y="79597"/>
                  </a:lnTo>
                  <a:lnTo>
                    <a:pt x="907138" y="43834"/>
                  </a:lnTo>
                  <a:lnTo>
                    <a:pt x="900074" y="0"/>
                  </a:lnTo>
                  <a:lnTo>
                    <a:pt x="893027" y="43834"/>
                  </a:lnTo>
                  <a:lnTo>
                    <a:pt x="873801" y="79597"/>
                  </a:lnTo>
                  <a:lnTo>
                    <a:pt x="845263" y="103691"/>
                  </a:lnTo>
                  <a:lnTo>
                    <a:pt x="810285" y="112521"/>
                  </a:lnTo>
                  <a:lnTo>
                    <a:pt x="89763" y="112521"/>
                  </a:lnTo>
                  <a:lnTo>
                    <a:pt x="54826" y="121370"/>
                  </a:lnTo>
                  <a:lnTo>
                    <a:pt x="26293" y="145494"/>
                  </a:lnTo>
                  <a:lnTo>
                    <a:pt x="7055" y="181262"/>
                  </a:lnTo>
                  <a:lnTo>
                    <a:pt x="0" y="225043"/>
                  </a:lnTo>
                </a:path>
              </a:pathLst>
            </a:custGeom>
            <a:noFill/>
            <a:ln cap="flat" cmpd="sng" w="9525">
              <a:solidFill>
                <a:srgbClr val="FF99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7" name="Google Shape;477;p18"/>
          <p:cNvSpPr txBox="1"/>
          <p:nvPr/>
        </p:nvSpPr>
        <p:spPr>
          <a:xfrm>
            <a:off x="1591436" y="3522345"/>
            <a:ext cx="553085" cy="2393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9933"/>
                </a:solidFill>
                <a:latin typeface="Courier New"/>
                <a:ea typeface="Courier New"/>
                <a:cs typeface="Courier New"/>
                <a:sym typeface="Courier New"/>
              </a:rPr>
              <a:t>M = 8</a:t>
            </a:r>
            <a:endParaRPr b="0" i="0" sz="14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9"/>
          <p:cNvSpPr txBox="1"/>
          <p:nvPr/>
        </p:nvSpPr>
        <p:spPr>
          <a:xfrm>
            <a:off x="2347722" y="-51104"/>
            <a:ext cx="6685915" cy="45402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Vector Addition with Blocks and Threads</a:t>
            </a:r>
            <a:endParaRPr b="0" i="0" sz="2800" u="none" cap="none" strike="noStrike">
              <a:solidFill>
                <a:srgbClr val="000000"/>
              </a:solidFill>
              <a:latin typeface="Cambria"/>
              <a:ea typeface="Cambria"/>
              <a:cs typeface="Cambria"/>
              <a:sym typeface="Cambria"/>
            </a:endParaRPr>
          </a:p>
        </p:txBody>
      </p:sp>
      <p:sp>
        <p:nvSpPr>
          <p:cNvPr id="483" name="Google Shape;483;p19"/>
          <p:cNvSpPr txBox="1"/>
          <p:nvPr/>
        </p:nvSpPr>
        <p:spPr>
          <a:xfrm>
            <a:off x="466750" y="1533525"/>
            <a:ext cx="8171815" cy="4561205"/>
          </a:xfrm>
          <a:prstGeom prst="rect">
            <a:avLst/>
          </a:prstGeom>
          <a:noFill/>
          <a:ln>
            <a:noFill/>
          </a:ln>
        </p:spPr>
        <p:txBody>
          <a:bodyPr anchorCtr="0" anchor="t" bIns="0" lIns="0" spcFirstLastPara="1" rIns="0" wrap="square" tIns="99050">
            <a:spAutoFit/>
          </a:bodyPr>
          <a:lstStyle/>
          <a:p>
            <a:pPr indent="-342900" lvl="0" marL="354965" marR="323215" rtl="0" algn="l">
              <a:lnSpc>
                <a:spcPct val="96000"/>
              </a:lnSpc>
              <a:spcBef>
                <a:spcPts val="0"/>
              </a:spcBef>
              <a:spcAft>
                <a:spcPts val="0"/>
              </a:spcAft>
              <a:buClr>
                <a:srgbClr val="000000"/>
              </a:buClr>
              <a:buSzPts val="2950"/>
              <a:buFont typeface="Arial"/>
              <a:buChar char="•"/>
            </a:pPr>
            <a:r>
              <a:rPr b="0" i="0" lang="en-US" sz="2950" u="none" cap="none" strike="noStrike">
                <a:solidFill>
                  <a:srgbClr val="000000"/>
                </a:solidFill>
                <a:latin typeface="Arial"/>
                <a:ea typeface="Arial"/>
                <a:cs typeface="Arial"/>
                <a:sym typeface="Arial"/>
              </a:rPr>
              <a:t>Use the built-in variable </a:t>
            </a:r>
            <a:r>
              <a:rPr b="1" i="0" lang="en-US" sz="1900" u="none" cap="none" strike="noStrike">
                <a:solidFill>
                  <a:srgbClr val="000000"/>
                </a:solidFill>
                <a:latin typeface="Courier New"/>
                <a:ea typeface="Courier New"/>
                <a:cs typeface="Courier New"/>
                <a:sym typeface="Courier New"/>
              </a:rPr>
              <a:t>blockDim.x </a:t>
            </a:r>
            <a:r>
              <a:rPr b="0" i="0" lang="en-US" sz="2950" u="none" cap="none" strike="noStrike">
                <a:solidFill>
                  <a:srgbClr val="000000"/>
                </a:solidFill>
                <a:latin typeface="Arial"/>
                <a:ea typeface="Arial"/>
                <a:cs typeface="Arial"/>
                <a:sym typeface="Arial"/>
              </a:rPr>
              <a:t>for threads </a:t>
            </a:r>
            <a:r>
              <a:rPr b="0" i="0" lang="en-US" sz="3000" u="none" cap="none" strike="noStrike">
                <a:solidFill>
                  <a:srgbClr val="000000"/>
                </a:solidFill>
                <a:latin typeface="Arial"/>
                <a:ea typeface="Arial"/>
                <a:cs typeface="Arial"/>
                <a:sym typeface="Arial"/>
              </a:rPr>
              <a:t>per block</a:t>
            </a:r>
            <a:endParaRPr b="0" i="0" sz="3000" u="none" cap="none" strike="noStrike">
              <a:solidFill>
                <a:srgbClr val="000000"/>
              </a:solidFill>
              <a:latin typeface="Arial"/>
              <a:ea typeface="Arial"/>
              <a:cs typeface="Arial"/>
              <a:sym typeface="Arial"/>
            </a:endParaRPr>
          </a:p>
          <a:p>
            <a:pPr indent="0" lvl="0" marL="927100" marR="0" rtl="0" algn="l">
              <a:lnSpc>
                <a:spcPct val="100000"/>
              </a:lnSpc>
              <a:spcBef>
                <a:spcPts val="15"/>
              </a:spcBef>
              <a:spcAft>
                <a:spcPts val="0"/>
              </a:spcAft>
              <a:buClr>
                <a:srgbClr val="000000"/>
              </a:buClr>
              <a:buSzPts val="1900"/>
              <a:buFont typeface="Arial"/>
              <a:buNone/>
            </a:pPr>
            <a:r>
              <a:rPr b="1" i="0" lang="en-US" sz="1900" u="none" cap="none" strike="noStrike">
                <a:solidFill>
                  <a:srgbClr val="89AC00"/>
                </a:solidFill>
                <a:latin typeface="Courier New"/>
                <a:ea typeface="Courier New"/>
                <a:cs typeface="Courier New"/>
                <a:sym typeface="Courier New"/>
              </a:rPr>
              <a:t>int </a:t>
            </a:r>
            <a:r>
              <a:rPr b="1" i="0" lang="en-US" sz="1900" u="none" cap="none" strike="noStrike">
                <a:solidFill>
                  <a:srgbClr val="000000"/>
                </a:solidFill>
                <a:latin typeface="Courier New"/>
                <a:ea typeface="Courier New"/>
                <a:cs typeface="Courier New"/>
                <a:sym typeface="Courier New"/>
              </a:rPr>
              <a:t>index = threadIdx.x + blockIdx.x * </a:t>
            </a:r>
            <a:r>
              <a:rPr b="1" i="0" lang="en-US" sz="1900" u="none" cap="none" strike="noStrike">
                <a:solidFill>
                  <a:srgbClr val="2C2C89"/>
                </a:solidFill>
                <a:latin typeface="Courier New"/>
                <a:ea typeface="Courier New"/>
                <a:cs typeface="Courier New"/>
                <a:sym typeface="Courier New"/>
              </a:rPr>
              <a:t>blockDim.x</a:t>
            </a:r>
            <a:r>
              <a:rPr b="1" i="0" lang="en-US" sz="1900" u="none" cap="none" strike="noStrike">
                <a:solidFill>
                  <a:srgbClr val="000000"/>
                </a:solidFill>
                <a:latin typeface="Courier New"/>
                <a:ea typeface="Courier New"/>
                <a:cs typeface="Courier New"/>
                <a:sym typeface="Courier New"/>
              </a:rPr>
              <a:t>;</a:t>
            </a:r>
            <a:endParaRPr b="0" i="0" sz="19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315"/>
              </a:spcBef>
              <a:spcAft>
                <a:spcPts val="0"/>
              </a:spcAft>
              <a:buClr>
                <a:srgbClr val="000000"/>
              </a:buClr>
              <a:buSzPts val="1900"/>
              <a:buFont typeface="Arial"/>
              <a:buNone/>
            </a:pPr>
            <a:r>
              <a:t/>
            </a:r>
            <a:endParaRPr b="0" i="0" sz="1900" u="none" cap="none" strike="noStrike">
              <a:solidFill>
                <a:srgbClr val="000000"/>
              </a:solidFill>
              <a:latin typeface="Courier New"/>
              <a:ea typeface="Courier New"/>
              <a:cs typeface="Courier New"/>
              <a:sym typeface="Courier New"/>
            </a:endParaRPr>
          </a:p>
          <a:p>
            <a:pPr indent="-342900" lvl="0" marL="354965" marR="602615" rtl="0" algn="l">
              <a:lnSpc>
                <a:spcPct val="96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Combined version of </a:t>
            </a:r>
            <a:r>
              <a:rPr b="0" i="0" lang="en-US" sz="3000" u="none" cap="none" strike="noStrike">
                <a:solidFill>
                  <a:srgbClr val="000000"/>
                </a:solidFill>
                <a:latin typeface="Courier New"/>
                <a:ea typeface="Courier New"/>
                <a:cs typeface="Courier New"/>
                <a:sym typeface="Courier New"/>
              </a:rPr>
              <a:t>add() </a:t>
            </a:r>
            <a:r>
              <a:rPr b="0" i="0" lang="en-US" sz="3000" u="none" cap="none" strike="noStrike">
                <a:solidFill>
                  <a:srgbClr val="000000"/>
                </a:solidFill>
                <a:latin typeface="Arial"/>
                <a:ea typeface="Arial"/>
                <a:cs typeface="Arial"/>
                <a:sym typeface="Arial"/>
              </a:rPr>
              <a:t>to use parallel threads </a:t>
            </a:r>
            <a:r>
              <a:rPr b="0" i="1" lang="en-US" sz="3000" u="none" cap="none" strike="noStrike">
                <a:solidFill>
                  <a:srgbClr val="000000"/>
                </a:solidFill>
                <a:latin typeface="Arial"/>
                <a:ea typeface="Arial"/>
                <a:cs typeface="Arial"/>
                <a:sym typeface="Arial"/>
              </a:rPr>
              <a:t>and </a:t>
            </a:r>
            <a:r>
              <a:rPr b="0" i="0" lang="en-US" sz="3000" u="none" cap="none" strike="noStrike">
                <a:solidFill>
                  <a:srgbClr val="000000"/>
                </a:solidFill>
                <a:latin typeface="Arial"/>
                <a:ea typeface="Arial"/>
                <a:cs typeface="Arial"/>
                <a:sym typeface="Arial"/>
              </a:rPr>
              <a:t>parallel blocks</a:t>
            </a:r>
            <a:endParaRPr b="0" i="0" sz="3000" u="none" cap="none" strike="noStrike">
              <a:solidFill>
                <a:srgbClr val="000000"/>
              </a:solidFill>
              <a:latin typeface="Arial"/>
              <a:ea typeface="Arial"/>
              <a:cs typeface="Arial"/>
              <a:sym typeface="Arial"/>
            </a:endParaRPr>
          </a:p>
          <a:p>
            <a:pPr indent="0" lvl="0" marL="686435" marR="0" rtl="0" algn="l">
              <a:lnSpc>
                <a:spcPct val="100000"/>
              </a:lnSpc>
              <a:spcBef>
                <a:spcPts val="2455"/>
              </a:spcBef>
              <a:spcAft>
                <a:spcPts val="0"/>
              </a:spcAft>
              <a:buClr>
                <a:srgbClr val="000000"/>
              </a:buClr>
              <a:buSzPts val="1800"/>
              <a:buFont typeface="Arial"/>
              <a:buNone/>
            </a:pPr>
            <a:r>
              <a:rPr b="1" i="0" lang="en-US" sz="1800" u="sng" cap="none" strike="noStrike">
                <a:solidFill>
                  <a:srgbClr val="89AC00"/>
                </a:solidFill>
                <a:latin typeface="Courier New"/>
                <a:ea typeface="Courier New"/>
                <a:cs typeface="Courier New"/>
                <a:sym typeface="Courier New"/>
              </a:rPr>
              <a:t>  </a:t>
            </a:r>
            <a:r>
              <a:rPr b="1" i="0" lang="en-US" sz="1800" u="none" cap="none" strike="noStrike">
                <a:solidFill>
                  <a:srgbClr val="89AC00"/>
                </a:solidFill>
                <a:latin typeface="Courier New"/>
                <a:ea typeface="Courier New"/>
                <a:cs typeface="Courier New"/>
                <a:sym typeface="Courier New"/>
              </a:rPr>
              <a:t>global</a:t>
            </a:r>
            <a:r>
              <a:rPr b="1" i="0" lang="en-US" sz="1800" u="sng" cap="none" strike="noStrike">
                <a:solidFill>
                  <a:srgbClr val="89AC00"/>
                </a:solidFill>
                <a:latin typeface="Courier New"/>
                <a:ea typeface="Courier New"/>
                <a:cs typeface="Courier New"/>
                <a:sym typeface="Courier New"/>
              </a:rPr>
              <a:t>	</a:t>
            </a:r>
            <a:r>
              <a:rPr b="1" i="0" lang="en-US" sz="1800" u="none" cap="none" strike="noStrike">
                <a:solidFill>
                  <a:srgbClr val="89AC00"/>
                </a:solidFill>
                <a:latin typeface="Courier New"/>
                <a:ea typeface="Courier New"/>
                <a:cs typeface="Courier New"/>
                <a:sym typeface="Courier New"/>
              </a:rPr>
              <a:t>void </a:t>
            </a:r>
            <a:r>
              <a:rPr b="1" i="0" lang="en-US" sz="1800" u="none" cap="none" strike="noStrike">
                <a:solidFill>
                  <a:srgbClr val="000000"/>
                </a:solidFill>
                <a:latin typeface="Courier New"/>
                <a:ea typeface="Courier New"/>
                <a:cs typeface="Courier New"/>
                <a:sym typeface="Courier New"/>
              </a:rPr>
              <a:t>add(</a:t>
            </a:r>
            <a:r>
              <a:rPr b="1" i="0" lang="en-US" sz="1800" u="none" cap="none" strike="noStrike">
                <a:solidFill>
                  <a:srgbClr val="89AC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*a, </a:t>
            </a:r>
            <a:r>
              <a:rPr b="1" i="0" lang="en-US" sz="1800" u="none" cap="none" strike="noStrike">
                <a:solidFill>
                  <a:srgbClr val="89AC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*b, </a:t>
            </a:r>
            <a:r>
              <a:rPr b="1" i="0" lang="en-US" sz="1800" u="none" cap="none" strike="noStrike">
                <a:solidFill>
                  <a:srgbClr val="89AC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*c) {</a:t>
            </a:r>
            <a:endParaRPr b="0" i="0" sz="1800" u="none" cap="none" strike="noStrike">
              <a:solidFill>
                <a:srgbClr val="000000"/>
              </a:solidFill>
              <a:latin typeface="Courier New"/>
              <a:ea typeface="Courier New"/>
              <a:cs typeface="Courier New"/>
              <a:sym typeface="Courier New"/>
            </a:endParaRPr>
          </a:p>
          <a:p>
            <a:pPr indent="0" lvl="0" marL="1235710" marR="98425" rtl="0" algn="l">
              <a:lnSpc>
                <a:spcPct val="120000"/>
              </a:lnSpc>
              <a:spcBef>
                <a:spcPts val="0"/>
              </a:spcBef>
              <a:spcAft>
                <a:spcPts val="0"/>
              </a:spcAft>
              <a:buClr>
                <a:srgbClr val="000000"/>
              </a:buClr>
              <a:buSzPts val="1800"/>
              <a:buFont typeface="Arial"/>
              <a:buNone/>
            </a:pPr>
            <a:r>
              <a:rPr b="1" i="0" lang="en-US" sz="1800" u="none" cap="none" strike="noStrike">
                <a:solidFill>
                  <a:srgbClr val="89AC00"/>
                </a:solidFill>
                <a:latin typeface="Courier New"/>
                <a:ea typeface="Courier New"/>
                <a:cs typeface="Courier New"/>
                <a:sym typeface="Courier New"/>
              </a:rPr>
              <a:t>int </a:t>
            </a:r>
            <a:r>
              <a:rPr b="1" i="0" lang="en-US" sz="1800" u="none" cap="none" strike="noStrike">
                <a:solidFill>
                  <a:srgbClr val="000000"/>
                </a:solidFill>
                <a:latin typeface="Courier New"/>
                <a:ea typeface="Courier New"/>
                <a:cs typeface="Courier New"/>
                <a:sym typeface="Courier New"/>
              </a:rPr>
              <a:t>index = threadIdx.x + blockIdx.x * </a:t>
            </a:r>
            <a:r>
              <a:rPr b="1" i="0" lang="en-US" sz="1800" u="none" cap="none" strike="noStrike">
                <a:solidFill>
                  <a:srgbClr val="2C2C89"/>
                </a:solidFill>
                <a:latin typeface="Courier New"/>
                <a:ea typeface="Courier New"/>
                <a:cs typeface="Courier New"/>
                <a:sym typeface="Courier New"/>
              </a:rPr>
              <a:t>blockDim.x</a:t>
            </a:r>
            <a:r>
              <a:rPr b="1" i="0" lang="en-US" sz="1800" u="none" cap="none" strike="noStrike">
                <a:solidFill>
                  <a:srgbClr val="000000"/>
                </a:solidFill>
                <a:latin typeface="Courier New"/>
                <a:ea typeface="Courier New"/>
                <a:cs typeface="Courier New"/>
                <a:sym typeface="Courier New"/>
              </a:rPr>
              <a:t>; c[index] = a[index] + b[index];</a:t>
            </a:r>
            <a:endParaRPr b="0" i="0" sz="1800" u="none" cap="none" strike="noStrike">
              <a:solidFill>
                <a:srgbClr val="000000"/>
              </a:solidFill>
              <a:latin typeface="Courier New"/>
              <a:ea typeface="Courier New"/>
              <a:cs typeface="Courier New"/>
              <a:sym typeface="Courier New"/>
            </a:endParaRPr>
          </a:p>
          <a:p>
            <a:pPr indent="0" lvl="0" marL="686435" marR="0" rtl="0" algn="l">
              <a:lnSpc>
                <a:spcPct val="100000"/>
              </a:lnSpc>
              <a:spcBef>
                <a:spcPts val="434"/>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475"/>
              </a:spcBef>
              <a:spcAft>
                <a:spcPts val="0"/>
              </a:spcAft>
              <a:buClr>
                <a:srgbClr val="000000"/>
              </a:buClr>
              <a:buSzPts val="1800"/>
              <a:buFont typeface="Arial"/>
              <a:buNone/>
            </a:pPr>
            <a:r>
              <a:t/>
            </a:r>
            <a:endParaRPr b="0" i="0" sz="1800" u="none" cap="none" strike="noStrike">
              <a:solidFill>
                <a:srgbClr val="000000"/>
              </a:solidFill>
              <a:latin typeface="Courier New"/>
              <a:ea typeface="Courier New"/>
              <a:cs typeface="Courier New"/>
              <a:sym typeface="Courier New"/>
            </a:endParaRPr>
          </a:p>
          <a:p>
            <a:pPr indent="-342265" lvl="0" marL="354965"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What changes need to be made in </a:t>
            </a:r>
            <a:r>
              <a:rPr b="1" i="0" lang="en-US" sz="2000" u="none" cap="none" strike="noStrike">
                <a:solidFill>
                  <a:srgbClr val="000000"/>
                </a:solidFill>
                <a:latin typeface="Courier New"/>
                <a:ea typeface="Courier New"/>
                <a:cs typeface="Courier New"/>
                <a:sym typeface="Courier New"/>
              </a:rPr>
              <a:t>main()</a:t>
            </a: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0"/>
          <p:cNvSpPr txBox="1"/>
          <p:nvPr>
            <p:ph type="title"/>
          </p:nvPr>
        </p:nvSpPr>
        <p:spPr>
          <a:xfrm>
            <a:off x="2131567" y="532002"/>
            <a:ext cx="6756400"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n-US"/>
              <a:t>Addition with Blocks and Threads: main()</a:t>
            </a:r>
            <a:endParaRPr/>
          </a:p>
        </p:txBody>
      </p:sp>
      <p:sp>
        <p:nvSpPr>
          <p:cNvPr id="489" name="Google Shape;489;p20"/>
          <p:cNvSpPr txBox="1"/>
          <p:nvPr/>
        </p:nvSpPr>
        <p:spPr>
          <a:xfrm>
            <a:off x="4653153" y="2180879"/>
            <a:ext cx="3321685" cy="611505"/>
          </a:xfrm>
          <a:prstGeom prst="rect">
            <a:avLst/>
          </a:prstGeom>
          <a:noFill/>
          <a:ln>
            <a:noFill/>
          </a:ln>
        </p:spPr>
        <p:txBody>
          <a:bodyPr anchorCtr="0" anchor="t" bIns="0" lIns="0" spcFirstLastPara="1" rIns="0" wrap="square" tIns="68575">
            <a:spAutoFit/>
          </a:bodyPr>
          <a:lstStyle/>
          <a:p>
            <a:pPr indent="0" lvl="0" marL="1270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host copies of a, b, c</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45"/>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device copies of a, b, c</a:t>
            </a:r>
            <a:endParaRPr b="0" i="0" sz="1550" u="none" cap="none" strike="noStrike">
              <a:solidFill>
                <a:srgbClr val="000000"/>
              </a:solidFill>
              <a:latin typeface="Courier New"/>
              <a:ea typeface="Courier New"/>
              <a:cs typeface="Courier New"/>
              <a:sym typeface="Courier New"/>
            </a:endParaRPr>
          </a:p>
        </p:txBody>
      </p:sp>
      <p:sp>
        <p:nvSpPr>
          <p:cNvPr id="490" name="Google Shape;490;p20"/>
          <p:cNvSpPr txBox="1"/>
          <p:nvPr/>
        </p:nvSpPr>
        <p:spPr>
          <a:xfrm>
            <a:off x="568248" y="1302995"/>
            <a:ext cx="3817620" cy="1781810"/>
          </a:xfrm>
          <a:prstGeom prst="rect">
            <a:avLst/>
          </a:prstGeom>
          <a:noFill/>
          <a:ln>
            <a:noFill/>
          </a:ln>
        </p:spPr>
        <p:txBody>
          <a:bodyPr anchorCtr="0" anchor="t" bIns="0" lIns="0" spcFirstLastPara="1" rIns="0" wrap="square" tIns="67925">
            <a:spAutoFit/>
          </a:bodyPr>
          <a:lstStyle/>
          <a:p>
            <a:pPr indent="0" lvl="0" marL="12700" marR="0" rtl="0" algn="l">
              <a:lnSpc>
                <a:spcPct val="100000"/>
              </a:lnSpc>
              <a:spcBef>
                <a:spcPts val="0"/>
              </a:spcBef>
              <a:spcAft>
                <a:spcPts val="0"/>
              </a:spcAft>
              <a:buClr>
                <a:srgbClr val="000000"/>
              </a:buClr>
              <a:buSzPts val="1550"/>
              <a:buFont typeface="Arial"/>
              <a:buNone/>
            </a:pPr>
            <a:r>
              <a:rPr b="1" i="0" lang="en-US" sz="1550" u="none" cap="none" strike="noStrike">
                <a:solidFill>
                  <a:srgbClr val="FF9933"/>
                </a:solidFill>
                <a:latin typeface="Courier New"/>
                <a:ea typeface="Courier New"/>
                <a:cs typeface="Courier New"/>
                <a:sym typeface="Courier New"/>
              </a:rPr>
              <a:t>#define N (2048*2048)</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45"/>
              </a:spcBef>
              <a:spcAft>
                <a:spcPts val="0"/>
              </a:spcAft>
              <a:buClr>
                <a:srgbClr val="000000"/>
              </a:buClr>
              <a:buSzPts val="1550"/>
              <a:buFont typeface="Arial"/>
              <a:buNone/>
            </a:pPr>
            <a:r>
              <a:rPr b="1" i="0" lang="en-US" sz="1550" u="none" cap="none" strike="noStrike">
                <a:solidFill>
                  <a:srgbClr val="FF9933"/>
                </a:solidFill>
                <a:latin typeface="Courier New"/>
                <a:ea typeface="Courier New"/>
                <a:cs typeface="Courier New"/>
                <a:sym typeface="Courier New"/>
              </a:rPr>
              <a:t>#define THREADS_PER_BLOCK 512</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45"/>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main(void)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*a, *b, *c;</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50"/>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*d_a, *d_b, *d_c;</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0"/>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size = N * </a:t>
            </a:r>
            <a:r>
              <a:rPr b="1" i="0" lang="en-US" sz="1550" u="none" cap="none" strike="noStrike">
                <a:solidFill>
                  <a:srgbClr val="89AC00"/>
                </a:solidFill>
                <a:latin typeface="Courier New"/>
                <a:ea typeface="Courier New"/>
                <a:cs typeface="Courier New"/>
                <a:sym typeface="Courier New"/>
              </a:rPr>
              <a:t>sizeof</a:t>
            </a:r>
            <a:r>
              <a:rPr b="1" i="0" lang="en-US" sz="1550" u="none" cap="none" strike="noStrike">
                <a:solidFill>
                  <a:srgbClr val="000000"/>
                </a:solidFill>
                <a:latin typeface="Courier New"/>
                <a:ea typeface="Courier New"/>
                <a:cs typeface="Courier New"/>
                <a:sym typeface="Courier New"/>
              </a:rPr>
              <a:t>(</a:t>
            </a:r>
            <a:r>
              <a:rPr b="1" i="0" lang="en-US" sz="1550" u="none" cap="none" strike="noStrike">
                <a:solidFill>
                  <a:srgbClr val="89AC00"/>
                </a:solidFill>
                <a:latin typeface="Courier New"/>
                <a:ea typeface="Courier New"/>
                <a:cs typeface="Courier New"/>
                <a:sym typeface="Courier New"/>
              </a:rPr>
              <a:t>int</a:t>
            </a:r>
            <a:r>
              <a:rPr b="1" i="0" lang="en-US" sz="1550" u="none" cap="none" strike="noStrike">
                <a:solidFill>
                  <a:srgbClr val="000000"/>
                </a:solidFill>
                <a:latin typeface="Courier New"/>
                <a:ea typeface="Courier New"/>
                <a:cs typeface="Courier New"/>
                <a:sym typeface="Courier New"/>
              </a:rPr>
              <a:t>);</a:t>
            </a:r>
            <a:endParaRPr b="0" i="0" sz="1550" u="none" cap="none" strike="noStrike">
              <a:solidFill>
                <a:srgbClr val="000000"/>
              </a:solidFill>
              <a:latin typeface="Courier New"/>
              <a:ea typeface="Courier New"/>
              <a:cs typeface="Courier New"/>
              <a:sym typeface="Courier New"/>
            </a:endParaRPr>
          </a:p>
        </p:txBody>
      </p:sp>
      <p:sp>
        <p:nvSpPr>
          <p:cNvPr id="491" name="Google Shape;491;p20"/>
          <p:cNvSpPr txBox="1"/>
          <p:nvPr/>
        </p:nvSpPr>
        <p:spPr>
          <a:xfrm>
            <a:off x="1057757" y="3287877"/>
            <a:ext cx="5278120" cy="1196975"/>
          </a:xfrm>
          <a:prstGeom prst="rect">
            <a:avLst/>
          </a:prstGeom>
          <a:noFill/>
          <a:ln>
            <a:noFill/>
          </a:ln>
        </p:spPr>
        <p:txBody>
          <a:bodyPr anchorCtr="0" anchor="t" bIns="0" lIns="0" spcFirstLastPara="1" rIns="0" wrap="square" tIns="11425">
            <a:spAutoFit/>
          </a:bodyPr>
          <a:lstStyle/>
          <a:p>
            <a:pPr indent="0" lvl="0" marL="12700" marR="5080" rtl="0" algn="l">
              <a:lnSpc>
                <a:spcPct val="124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Alloc space for device copies of a, b, c </a:t>
            </a:r>
            <a:r>
              <a:rPr b="1" i="0" lang="en-US" sz="1550" u="none" cap="none" strike="noStrike">
                <a:solidFill>
                  <a:srgbClr val="000000"/>
                </a:solidFill>
                <a:latin typeface="Courier New"/>
                <a:ea typeface="Courier New"/>
                <a:cs typeface="Courier New"/>
                <a:sym typeface="Courier New"/>
              </a:rPr>
              <a:t>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**)&amp;d_a, size); 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**)&amp;d_b, size); cudaMalloc((</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**)&amp;d_c, size);</a:t>
            </a:r>
            <a:endParaRPr b="0" i="0" sz="1550" u="none" cap="none" strike="noStrike">
              <a:solidFill>
                <a:srgbClr val="000000"/>
              </a:solidFill>
              <a:latin typeface="Courier New"/>
              <a:ea typeface="Courier New"/>
              <a:cs typeface="Courier New"/>
              <a:sym typeface="Courier New"/>
            </a:endParaRPr>
          </a:p>
        </p:txBody>
      </p:sp>
      <p:graphicFrame>
        <p:nvGraphicFramePr>
          <p:cNvPr id="492" name="Google Shape;492;p20"/>
          <p:cNvGraphicFramePr/>
          <p:nvPr/>
        </p:nvGraphicFramePr>
        <p:xfrm>
          <a:off x="1038707" y="4785904"/>
          <a:ext cx="3000000" cy="3000000"/>
        </p:xfrm>
        <a:graphic>
          <a:graphicData uri="http://schemas.openxmlformats.org/drawingml/2006/table">
            <a:tbl>
              <a:tblPr bandRow="1" firstRow="1">
                <a:noFill/>
                <a:tableStyleId>{4E501826-8B68-497C-9E6C-C25F770EEAD1}</a:tableStyleId>
              </a:tblPr>
              <a:tblGrid>
                <a:gridCol w="1069975"/>
                <a:gridCol w="3787775"/>
                <a:gridCol w="3020050"/>
              </a:tblGrid>
              <a:tr h="260350">
                <a:tc>
                  <a:txBody>
                    <a:bodyPr/>
                    <a:lstStyle/>
                    <a:p>
                      <a:pPr indent="0" lvl="0" marL="0" marR="24130" rtl="0" algn="ctr">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Alloc</a:t>
                      </a:r>
                      <a:endParaRPr sz="1550" u="none" cap="none" strike="noStrike">
                        <a:latin typeface="Courier New"/>
                        <a:ea typeface="Courier New"/>
                        <a:cs typeface="Courier New"/>
                        <a:sym typeface="Courier New"/>
                      </a:endParaRPr>
                    </a:p>
                  </a:txBody>
                  <a:tcPr marT="0" marB="0" marR="0" marL="0"/>
                </a:tc>
                <a:tc>
                  <a:txBody>
                    <a:bodyPr/>
                    <a:lstStyle/>
                    <a:p>
                      <a:pPr indent="0" lvl="0" marL="59055"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space for host copies of a, b,</a:t>
                      </a:r>
                      <a:endParaRPr sz="1550" u="none" cap="none" strike="noStrike">
                        <a:latin typeface="Courier New"/>
                        <a:ea typeface="Courier New"/>
                        <a:cs typeface="Courier New"/>
                        <a:sym typeface="Courier New"/>
                      </a:endParaRPr>
                    </a:p>
                  </a:txBody>
                  <a:tcPr marT="0" marB="0" marR="0" marL="0"/>
                </a:tc>
                <a:tc>
                  <a:txBody>
                    <a:bodyPr/>
                    <a:lstStyle/>
                    <a:p>
                      <a:pPr indent="0" lvl="0" marL="58419" marR="0" rtl="0" algn="l">
                        <a:lnSpc>
                          <a:spcPct val="105161"/>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c and setup input values</a:t>
                      </a:r>
                      <a:endParaRPr sz="1550" u="none" cap="none" strike="noStrike">
                        <a:latin typeface="Courier New"/>
                        <a:ea typeface="Courier New"/>
                        <a:cs typeface="Courier New"/>
                        <a:sym typeface="Courier New"/>
                      </a:endParaRPr>
                    </a:p>
                  </a:txBody>
                  <a:tcPr marT="0" marB="0" marR="0" marL="0"/>
                </a:tc>
              </a:tr>
              <a:tr h="292100">
                <a:tc>
                  <a:txBody>
                    <a:bodyPr/>
                    <a:lstStyle/>
                    <a:p>
                      <a:pPr indent="0" lvl="0" marL="0" marR="19685"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a = (int</a:t>
                      </a:r>
                      <a:endParaRPr sz="1550" u="none" cap="none" strike="noStrike">
                        <a:latin typeface="Courier New"/>
                        <a:ea typeface="Courier New"/>
                        <a:cs typeface="Courier New"/>
                        <a:sym typeface="Courier New"/>
                      </a:endParaRPr>
                    </a:p>
                  </a:txBody>
                  <a:tcPr marT="2550"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*)malloc(size); random_ints(a,</a:t>
                      </a:r>
                      <a:endParaRPr sz="1550" u="none" cap="none" strike="noStrike">
                        <a:latin typeface="Courier New"/>
                        <a:ea typeface="Courier New"/>
                        <a:cs typeface="Courier New"/>
                        <a:sym typeface="Courier New"/>
                      </a:endParaRPr>
                    </a:p>
                  </a:txBody>
                  <a:tcPr marT="2550" marB="0" marR="0" marL="0"/>
                </a:tc>
                <a:tc>
                  <a:txBody>
                    <a:bodyPr/>
                    <a:lstStyle/>
                    <a:p>
                      <a:pPr indent="0" lvl="0" marL="62864"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N);</a:t>
                      </a:r>
                      <a:endParaRPr sz="1550" u="none" cap="none" strike="noStrike">
                        <a:latin typeface="Courier New"/>
                        <a:ea typeface="Courier New"/>
                        <a:cs typeface="Courier New"/>
                        <a:sym typeface="Courier New"/>
                      </a:endParaRPr>
                    </a:p>
                  </a:txBody>
                  <a:tcPr marT="2550" marB="0" marR="0" marL="0"/>
                </a:tc>
              </a:tr>
              <a:tr h="292725">
                <a:tc>
                  <a:txBody>
                    <a:bodyPr/>
                    <a:lstStyle/>
                    <a:p>
                      <a:pPr indent="0" lvl="0" marL="0" marR="19685"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b = (int</a:t>
                      </a:r>
                      <a:endParaRPr sz="1550" u="none" cap="none" strike="noStrike">
                        <a:latin typeface="Courier New"/>
                        <a:ea typeface="Courier New"/>
                        <a:cs typeface="Courier New"/>
                        <a:sym typeface="Courier New"/>
                      </a:endParaRPr>
                    </a:p>
                  </a:txBody>
                  <a:tcPr marT="3175"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*)malloc(size); random_ints(b,</a:t>
                      </a:r>
                      <a:endParaRPr sz="1550" u="none" cap="none" strike="noStrike">
                        <a:latin typeface="Courier New"/>
                        <a:ea typeface="Courier New"/>
                        <a:cs typeface="Courier New"/>
                        <a:sym typeface="Courier New"/>
                      </a:endParaRPr>
                    </a:p>
                  </a:txBody>
                  <a:tcPr marT="3175" marB="0" marR="0" marL="0"/>
                </a:tc>
                <a:tc>
                  <a:txBody>
                    <a:bodyPr/>
                    <a:lstStyle/>
                    <a:p>
                      <a:pPr indent="0" lvl="0" marL="62230"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N);</a:t>
                      </a:r>
                      <a:endParaRPr sz="1550" u="none" cap="none" strike="noStrike">
                        <a:latin typeface="Courier New"/>
                        <a:ea typeface="Courier New"/>
                        <a:cs typeface="Courier New"/>
                        <a:sym typeface="Courier New"/>
                      </a:endParaRPr>
                    </a:p>
                  </a:txBody>
                  <a:tcPr marT="3175" marB="0" marR="0" marL="0"/>
                </a:tc>
              </a:tr>
              <a:tr h="260350">
                <a:tc>
                  <a:txBody>
                    <a:bodyPr/>
                    <a:lstStyle/>
                    <a:p>
                      <a:pPr indent="0" lvl="0" marL="0" marR="19685" rtl="0" algn="ctr">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c = (int</a:t>
                      </a:r>
                      <a:endParaRPr sz="1550" u="none" cap="none" strike="noStrike">
                        <a:latin typeface="Courier New"/>
                        <a:ea typeface="Courier New"/>
                        <a:cs typeface="Courier New"/>
                        <a:sym typeface="Courier New"/>
                      </a:endParaRPr>
                    </a:p>
                  </a:txBody>
                  <a:tcPr marT="3175" marB="0" marR="0" marL="0"/>
                </a:tc>
                <a:tc>
                  <a:txBody>
                    <a:bodyPr/>
                    <a:lstStyle/>
                    <a:p>
                      <a:pPr indent="0" lvl="0" marL="59055" marR="0" rtl="0" algn="l">
                        <a:lnSpc>
                          <a:spcPct val="100000"/>
                        </a:lnSpc>
                        <a:spcBef>
                          <a:spcPts val="0"/>
                        </a:spcBef>
                        <a:spcAft>
                          <a:spcPts val="0"/>
                        </a:spcAft>
                        <a:buClr>
                          <a:srgbClr val="000000"/>
                        </a:buClr>
                        <a:buSzPts val="1550"/>
                        <a:buFont typeface="Arial"/>
                        <a:buNone/>
                      </a:pPr>
                      <a:r>
                        <a:rPr b="1" lang="en-US" sz="1550" u="none" cap="none" strike="noStrike">
                          <a:latin typeface="Courier New"/>
                          <a:ea typeface="Courier New"/>
                          <a:cs typeface="Courier New"/>
                          <a:sym typeface="Courier New"/>
                        </a:rPr>
                        <a:t>*)malloc(size);</a:t>
                      </a:r>
                      <a:endParaRPr sz="1550" u="none" cap="none" strike="noStrike">
                        <a:latin typeface="Courier New"/>
                        <a:ea typeface="Courier New"/>
                        <a:cs typeface="Courier New"/>
                        <a:sym typeface="Courier New"/>
                      </a:endParaRPr>
                    </a:p>
                  </a:txBody>
                  <a:tcPr marT="3175" marB="0" marR="0" marL="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0" marL="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1"/>
          <p:cNvSpPr txBox="1"/>
          <p:nvPr>
            <p:ph type="title"/>
          </p:nvPr>
        </p:nvSpPr>
        <p:spPr>
          <a:xfrm>
            <a:off x="2347722" y="570941"/>
            <a:ext cx="6753859"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a:t>Addition with Blocks and Threads: main()</a:t>
            </a:r>
            <a:endParaRPr/>
          </a:p>
        </p:txBody>
      </p:sp>
      <p:sp>
        <p:nvSpPr>
          <p:cNvPr id="498" name="Google Shape;498;p21"/>
          <p:cNvSpPr txBox="1"/>
          <p:nvPr/>
        </p:nvSpPr>
        <p:spPr>
          <a:xfrm>
            <a:off x="568248" y="1492665"/>
            <a:ext cx="8099425" cy="4417695"/>
          </a:xfrm>
          <a:prstGeom prst="rect">
            <a:avLst/>
          </a:prstGeom>
          <a:noFill/>
          <a:ln>
            <a:noFill/>
          </a:ln>
        </p:spPr>
        <p:txBody>
          <a:bodyPr anchorCtr="0" anchor="t" bIns="0" lIns="0" spcFirstLastPara="1" rIns="0" wrap="square" tIns="68575">
            <a:spAutoFit/>
          </a:bodyPr>
          <a:lstStyle/>
          <a:p>
            <a:pPr indent="0" lvl="0" marL="50165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Copy inputs to device</a:t>
            </a:r>
            <a:endParaRPr b="0" i="0" sz="1550" u="none" cap="none" strike="noStrike">
              <a:solidFill>
                <a:srgbClr val="000000"/>
              </a:solidFill>
              <a:latin typeface="Courier New"/>
              <a:ea typeface="Courier New"/>
              <a:cs typeface="Courier New"/>
              <a:sym typeface="Courier New"/>
            </a:endParaRPr>
          </a:p>
          <a:p>
            <a:pPr indent="0" lvl="0" marL="501650" marR="1597025" rtl="0" algn="l">
              <a:lnSpc>
                <a:spcPct val="149032"/>
              </a:lnSpc>
              <a:spcBef>
                <a:spcPts val="1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cudaMemcpy(d_a, a, size, cudaMemcpyHostToDevice); cudaMemcpy(d_b, b, size, cudaMemcpyHostToDevice);</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835"/>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5"/>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Launch add() kernel on GPU</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add&lt;&lt;&lt;</a:t>
            </a:r>
            <a:r>
              <a:rPr b="1" i="0" lang="en-US" sz="1550" u="none" cap="none" strike="noStrike">
                <a:solidFill>
                  <a:srgbClr val="FF9933"/>
                </a:solidFill>
                <a:latin typeface="Courier New"/>
                <a:ea typeface="Courier New"/>
                <a:cs typeface="Courier New"/>
                <a:sym typeface="Courier New"/>
              </a:rPr>
              <a:t>N/THREADS_PER_BLOCK  THREADS_PER_BLOCK</a:t>
            </a:r>
            <a:r>
              <a:rPr b="1" i="0" lang="en-US" sz="1550" u="none" cap="none" strike="noStrike">
                <a:solidFill>
                  <a:srgbClr val="000000"/>
                </a:solidFill>
                <a:latin typeface="Courier New"/>
                <a:ea typeface="Courier New"/>
                <a:cs typeface="Courier New"/>
                <a:sym typeface="Courier New"/>
              </a:rPr>
              <a:t>&gt;&gt;&gt;(d_a,  d_b,  d_c);</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994"/>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Copy result back to host</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cudaMemcpy(c, d_c, size, cudaMemcpyDeviceToHost);</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994"/>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0"/>
              </a:spcBef>
              <a:spcAft>
                <a:spcPts val="0"/>
              </a:spcAft>
              <a:buClr>
                <a:srgbClr val="000000"/>
              </a:buClr>
              <a:buSzPts val="1550"/>
              <a:buFont typeface="Arial"/>
              <a:buNone/>
            </a:pPr>
            <a:r>
              <a:rPr b="1" i="1" lang="en-US" sz="1550" u="none" cap="none" strike="noStrike">
                <a:solidFill>
                  <a:srgbClr val="BADFE2"/>
                </a:solidFill>
                <a:latin typeface="Courier New"/>
                <a:ea typeface="Courier New"/>
                <a:cs typeface="Courier New"/>
                <a:sym typeface="Courier New"/>
              </a:rPr>
              <a:t>// Cleanup</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free(a); free(b); free(c);</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5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cudaFree(d_a); cudaFree(d_b); cudaFree(d_c);</a:t>
            </a:r>
            <a:endParaRPr b="0" i="0" sz="1550" u="none" cap="none" strike="noStrike">
              <a:solidFill>
                <a:srgbClr val="000000"/>
              </a:solidFill>
              <a:latin typeface="Courier New"/>
              <a:ea typeface="Courier New"/>
              <a:cs typeface="Courier New"/>
              <a:sym typeface="Courier New"/>
            </a:endParaRPr>
          </a:p>
          <a:p>
            <a:pPr indent="0" lvl="0" marL="501650" marR="0" rtl="0" algn="l">
              <a:lnSpc>
                <a:spcPct val="100000"/>
              </a:lnSpc>
              <a:spcBef>
                <a:spcPts val="440"/>
              </a:spcBef>
              <a:spcAft>
                <a:spcPts val="0"/>
              </a:spcAft>
              <a:buClr>
                <a:srgbClr val="000000"/>
              </a:buClr>
              <a:buSzPts val="1550"/>
              <a:buFont typeface="Arial"/>
              <a:buNone/>
            </a:pPr>
            <a:r>
              <a:rPr b="1" i="0" lang="en-US" sz="1550" u="none" cap="none" strike="noStrike">
                <a:solidFill>
                  <a:srgbClr val="89AC00"/>
                </a:solidFill>
                <a:latin typeface="Courier New"/>
                <a:ea typeface="Courier New"/>
                <a:cs typeface="Courier New"/>
                <a:sym typeface="Courier New"/>
              </a:rPr>
              <a:t>return </a:t>
            </a:r>
            <a:r>
              <a:rPr b="1" i="0" lang="en-US" sz="1550" u="none" cap="none" strike="noStrike">
                <a:solidFill>
                  <a:srgbClr val="000000"/>
                </a:solidFill>
                <a:latin typeface="Courier New"/>
                <a:ea typeface="Courier New"/>
                <a:cs typeface="Courier New"/>
                <a:sym typeface="Courier New"/>
              </a:rPr>
              <a:t>0;</a:t>
            </a:r>
            <a:endParaRPr b="0" i="0" sz="15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50"/>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t>
            </a:r>
            <a:endParaRPr b="0" i="0" sz="155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2"/>
          <p:cNvSpPr txBox="1"/>
          <p:nvPr>
            <p:ph type="title"/>
          </p:nvPr>
        </p:nvSpPr>
        <p:spPr>
          <a:xfrm>
            <a:off x="2779902" y="148539"/>
            <a:ext cx="5233670"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a:t>Handling Arbitrary Vector Sizes</a:t>
            </a:r>
            <a:endParaRPr/>
          </a:p>
        </p:txBody>
      </p:sp>
      <p:sp>
        <p:nvSpPr>
          <p:cNvPr id="504" name="Google Shape;504;p22"/>
          <p:cNvSpPr txBox="1"/>
          <p:nvPr/>
        </p:nvSpPr>
        <p:spPr>
          <a:xfrm>
            <a:off x="186334" y="1000201"/>
            <a:ext cx="7943850" cy="5210175"/>
          </a:xfrm>
          <a:prstGeom prst="rect">
            <a:avLst/>
          </a:prstGeom>
          <a:noFill/>
          <a:ln>
            <a:noFill/>
          </a:ln>
        </p:spPr>
        <p:txBody>
          <a:bodyPr anchorCtr="0" anchor="t" bIns="0" lIns="0" spcFirstLastPara="1" rIns="0" wrap="square" tIns="11425">
            <a:spAutoFit/>
          </a:bodyPr>
          <a:lstStyle/>
          <a:p>
            <a:pPr indent="-343535" lvl="0" marL="355600" marR="5080" rtl="0" algn="l">
              <a:lnSpc>
                <a:spcPct val="1004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Typical problems are not friendly multiples of </a:t>
            </a:r>
            <a:r>
              <a:rPr b="1" i="0" lang="en-US" sz="1800" u="none" cap="none" strike="noStrike">
                <a:solidFill>
                  <a:srgbClr val="2C2C89"/>
                </a:solidFill>
                <a:latin typeface="Courier New"/>
                <a:ea typeface="Courier New"/>
                <a:cs typeface="Courier New"/>
                <a:sym typeface="Courier New"/>
              </a:rPr>
              <a:t>blockDim.x</a:t>
            </a:r>
            <a:endParaRPr b="0" i="0" sz="1800" u="none" cap="none" strike="noStrike">
              <a:solidFill>
                <a:srgbClr val="000000"/>
              </a:solidFill>
              <a:latin typeface="Courier New"/>
              <a:ea typeface="Courier New"/>
              <a:cs typeface="Courier New"/>
              <a:sym typeface="Courier New"/>
            </a:endParaRPr>
          </a:p>
          <a:p>
            <a:pPr indent="-343535" lvl="0" marL="355600" marR="608330" rtl="0" algn="l">
              <a:lnSpc>
                <a:spcPct val="113750"/>
              </a:lnSpc>
              <a:spcBef>
                <a:spcPts val="3365"/>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Avoid accessing beyond the end of the arrays:</a:t>
            </a:r>
            <a:endParaRPr b="0" i="0" sz="3200" u="none" cap="none" strike="noStrike">
              <a:solidFill>
                <a:srgbClr val="000000"/>
              </a:solidFill>
              <a:latin typeface="Arial"/>
              <a:ea typeface="Arial"/>
              <a:cs typeface="Arial"/>
              <a:sym typeface="Arial"/>
            </a:endParaRPr>
          </a:p>
          <a:p>
            <a:pPr indent="-489583" lvl="0" marL="1614170" marR="207645" rtl="0" algn="l">
              <a:lnSpc>
                <a:spcPct val="123900"/>
              </a:lnSpc>
              <a:spcBef>
                <a:spcPts val="610"/>
              </a:spcBef>
              <a:spcAft>
                <a:spcPts val="0"/>
              </a:spcAft>
              <a:buClr>
                <a:srgbClr val="000000"/>
              </a:buClr>
              <a:buSzPts val="1550"/>
              <a:buFont typeface="Arial"/>
              <a:buNone/>
            </a:pPr>
            <a:r>
              <a:rPr b="1" i="0" lang="en-US" sz="1550" u="sng" cap="none" strike="noStrike">
                <a:solidFill>
                  <a:srgbClr val="89AC00"/>
                </a:solidFill>
                <a:latin typeface="Courier New"/>
                <a:ea typeface="Courier New"/>
                <a:cs typeface="Courier New"/>
                <a:sym typeface="Courier New"/>
              </a:rPr>
              <a:t>  </a:t>
            </a:r>
            <a:r>
              <a:rPr b="1" i="0" lang="en-US" sz="1550" u="none" cap="none" strike="noStrike">
                <a:solidFill>
                  <a:srgbClr val="89AC00"/>
                </a:solidFill>
                <a:latin typeface="Courier New"/>
                <a:ea typeface="Courier New"/>
                <a:cs typeface="Courier New"/>
                <a:sym typeface="Courier New"/>
              </a:rPr>
              <a:t>global</a:t>
            </a:r>
            <a:r>
              <a:rPr b="1" i="0" lang="en-US" sz="1550" u="sng" cap="none" strike="noStrike">
                <a:solidFill>
                  <a:srgbClr val="89AC00"/>
                </a:solidFill>
                <a:latin typeface="Courier New"/>
                <a:ea typeface="Courier New"/>
                <a:cs typeface="Courier New"/>
                <a:sym typeface="Courier New"/>
              </a:rPr>
              <a:t>	</a:t>
            </a:r>
            <a:r>
              <a:rPr b="1" i="0" lang="en-US" sz="1550" u="none" cap="none" strike="noStrike">
                <a:solidFill>
                  <a:srgbClr val="89AC00"/>
                </a:solidFill>
                <a:latin typeface="Courier New"/>
                <a:ea typeface="Courier New"/>
                <a:cs typeface="Courier New"/>
                <a:sym typeface="Courier New"/>
              </a:rPr>
              <a:t>void </a:t>
            </a:r>
            <a:r>
              <a:rPr b="1" i="0" lang="en-US" sz="1550" u="none" cap="none" strike="noStrike">
                <a:solidFill>
                  <a:srgbClr val="000000"/>
                </a:solidFill>
                <a:latin typeface="Courier New"/>
                <a:ea typeface="Courier New"/>
                <a:cs typeface="Courier New"/>
                <a:sym typeface="Courier New"/>
              </a:rPr>
              <a:t>add(</a:t>
            </a: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*a, </a:t>
            </a: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*b, </a:t>
            </a: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*c, </a:t>
            </a: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n) { </a:t>
            </a:r>
            <a:r>
              <a:rPr b="1" i="0" lang="en-US" sz="1550" u="none" cap="none" strike="noStrike">
                <a:solidFill>
                  <a:srgbClr val="89AC00"/>
                </a:solidFill>
                <a:latin typeface="Courier New"/>
                <a:ea typeface="Courier New"/>
                <a:cs typeface="Courier New"/>
                <a:sym typeface="Courier New"/>
              </a:rPr>
              <a:t>int </a:t>
            </a:r>
            <a:r>
              <a:rPr b="1" i="0" lang="en-US" sz="1550" u="none" cap="none" strike="noStrike">
                <a:solidFill>
                  <a:srgbClr val="000000"/>
                </a:solidFill>
                <a:latin typeface="Courier New"/>
                <a:ea typeface="Courier New"/>
                <a:cs typeface="Courier New"/>
                <a:sym typeface="Courier New"/>
              </a:rPr>
              <a:t>index = threadIdx.x + blockIdx.x * </a:t>
            </a:r>
            <a:r>
              <a:rPr b="1" i="0" lang="en-US" sz="1550" u="none" cap="none" strike="noStrike">
                <a:solidFill>
                  <a:srgbClr val="2C2C89"/>
                </a:solidFill>
                <a:latin typeface="Courier New"/>
                <a:ea typeface="Courier New"/>
                <a:cs typeface="Courier New"/>
                <a:sym typeface="Courier New"/>
              </a:rPr>
              <a:t>blockDim.x</a:t>
            </a:r>
            <a:r>
              <a:rPr b="1" i="0" lang="en-US" sz="1550" u="none" cap="none" strike="noStrike">
                <a:solidFill>
                  <a:srgbClr val="000000"/>
                </a:solidFill>
                <a:latin typeface="Courier New"/>
                <a:ea typeface="Courier New"/>
                <a:cs typeface="Courier New"/>
                <a:sym typeface="Courier New"/>
              </a:rPr>
              <a:t>; if (index &lt; n)</a:t>
            </a:r>
            <a:endParaRPr b="0" i="0" sz="1550" u="none" cap="none" strike="noStrike">
              <a:solidFill>
                <a:srgbClr val="000000"/>
              </a:solidFill>
              <a:latin typeface="Courier New"/>
              <a:ea typeface="Courier New"/>
              <a:cs typeface="Courier New"/>
              <a:sym typeface="Courier New"/>
            </a:endParaRPr>
          </a:p>
          <a:p>
            <a:pPr indent="0" lvl="0" marL="2103755"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c[index] = a[index] + b[index];</a:t>
            </a:r>
            <a:endParaRPr b="0" i="0" sz="1550" u="none" cap="none" strike="noStrike">
              <a:solidFill>
                <a:srgbClr val="000000"/>
              </a:solidFill>
              <a:latin typeface="Courier New"/>
              <a:ea typeface="Courier New"/>
              <a:cs typeface="Courier New"/>
              <a:sym typeface="Courier New"/>
            </a:endParaRPr>
          </a:p>
          <a:p>
            <a:pPr indent="0" lvl="0" marL="1124585" marR="0" rtl="0" algn="l">
              <a:lnSpc>
                <a:spcPct val="100000"/>
              </a:lnSpc>
              <a:spcBef>
                <a:spcPts val="445"/>
              </a:spcBef>
              <a:spcAft>
                <a:spcPts val="0"/>
              </a:spcAft>
              <a:buClr>
                <a:srgbClr val="000000"/>
              </a:buClr>
              <a:buSzPts val="1550"/>
              <a:buFont typeface="Arial"/>
              <a:buNone/>
            </a:pPr>
            <a:r>
              <a:rPr b="1" i="0" lang="en-US" sz="1550" u="none" cap="none" strike="noStrike">
                <a:solidFill>
                  <a:srgbClr val="000000"/>
                </a:solidFill>
                <a:latin typeface="Courier New"/>
                <a:ea typeface="Courier New"/>
                <a:cs typeface="Courier New"/>
                <a:sym typeface="Courier New"/>
              </a:rPr>
              <a:t>}</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675"/>
              </a:spcBef>
              <a:spcAft>
                <a:spcPts val="0"/>
              </a:spcAft>
              <a:buClr>
                <a:srgbClr val="000000"/>
              </a:buClr>
              <a:buSzPts val="1550"/>
              <a:buFont typeface="Arial"/>
              <a:buNone/>
            </a:pPr>
            <a:r>
              <a:t/>
            </a:r>
            <a:endParaRPr b="0" i="0" sz="1550" u="none" cap="none" strike="noStrike">
              <a:solidFill>
                <a:srgbClr val="000000"/>
              </a:solidFill>
              <a:latin typeface="Courier New"/>
              <a:ea typeface="Courier New"/>
              <a:cs typeface="Courier New"/>
              <a:sym typeface="Courier New"/>
            </a:endParaRPr>
          </a:p>
          <a:p>
            <a:pPr indent="-342900" lvl="1" marL="1023619"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Update the kernel launch:</a:t>
            </a:r>
            <a:endParaRPr b="0" i="0" sz="3200" u="none" cap="none" strike="noStrike">
              <a:solidFill>
                <a:srgbClr val="000000"/>
              </a:solidFill>
              <a:latin typeface="Arial"/>
              <a:ea typeface="Arial"/>
              <a:cs typeface="Arial"/>
              <a:sym typeface="Arial"/>
            </a:endParaRPr>
          </a:p>
          <a:p>
            <a:pPr indent="0" lvl="0" marL="1595120" marR="0" rtl="0" algn="l">
              <a:lnSpc>
                <a:spcPct val="100000"/>
              </a:lnSpc>
              <a:spcBef>
                <a:spcPts val="155"/>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add&lt;&lt;&lt;</a:t>
            </a:r>
            <a:r>
              <a:rPr b="1" i="0" lang="en-US" sz="1800" u="none" cap="none" strike="noStrike">
                <a:solidFill>
                  <a:srgbClr val="FF9933"/>
                </a:solidFill>
                <a:latin typeface="Courier New"/>
                <a:ea typeface="Courier New"/>
                <a:cs typeface="Courier New"/>
                <a:sym typeface="Courier New"/>
              </a:rPr>
              <a:t>(N + M-1) / M</a:t>
            </a:r>
            <a:r>
              <a:rPr b="1" i="0" lang="en-US" sz="1800" u="none" cap="none" strike="noStrike">
                <a:solidFill>
                  <a:srgbClr val="000000"/>
                </a:solidFill>
                <a:latin typeface="Courier New"/>
                <a:ea typeface="Courier New"/>
                <a:cs typeface="Courier New"/>
                <a:sym typeface="Courier New"/>
              </a:rPr>
              <a:t>,M&gt;&gt;&gt;(d_a, d_b, d_c, </a:t>
            </a:r>
            <a:r>
              <a:rPr b="1" i="0" lang="en-US" sz="1800" u="none" cap="none" strike="noStrike">
                <a:solidFill>
                  <a:srgbClr val="FF9933"/>
                </a:solidFill>
                <a:latin typeface="Courier New"/>
                <a:ea typeface="Courier New"/>
                <a:cs typeface="Courier New"/>
                <a:sym typeface="Courier New"/>
              </a:rPr>
              <a:t>N</a:t>
            </a:r>
            <a:r>
              <a:rPr b="1"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23"/>
          <p:cNvSpPr txBox="1"/>
          <p:nvPr/>
        </p:nvSpPr>
        <p:spPr>
          <a:xfrm>
            <a:off x="258267" y="237236"/>
            <a:ext cx="7904480" cy="6231255"/>
          </a:xfrm>
          <a:prstGeom prst="rect">
            <a:avLst/>
          </a:prstGeom>
          <a:noFill/>
          <a:ln>
            <a:noFill/>
          </a:ln>
        </p:spPr>
        <p:txBody>
          <a:bodyPr anchorCtr="0" anchor="t" bIns="0" lIns="0" spcFirstLastPara="1" rIns="0" wrap="square" tIns="13325">
            <a:spAutoFit/>
          </a:bodyPr>
          <a:lstStyle/>
          <a:p>
            <a:pPr indent="0" lvl="0" marL="231775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Why Bother with Threads?</a:t>
            </a:r>
            <a:endParaRPr b="0" i="0" sz="2800" u="none" cap="none" strike="noStrike">
              <a:solidFill>
                <a:srgbClr val="000000"/>
              </a:solidFill>
              <a:latin typeface="Cambria"/>
              <a:ea typeface="Cambria"/>
              <a:cs typeface="Cambria"/>
              <a:sym typeface="Cambria"/>
            </a:endParaRPr>
          </a:p>
          <a:p>
            <a:pPr indent="-342900" lvl="0" marL="355600" marR="0" rtl="0" algn="l">
              <a:lnSpc>
                <a:spcPct val="100000"/>
              </a:lnSpc>
              <a:spcBef>
                <a:spcPts val="3219"/>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Threads seem unnecessary</a:t>
            </a:r>
            <a:endParaRPr b="0" i="0" sz="3200" u="none" cap="none" strike="noStrike">
              <a:solidFill>
                <a:srgbClr val="000000"/>
              </a:solidFill>
              <a:latin typeface="Arial"/>
              <a:ea typeface="Arial"/>
              <a:cs typeface="Arial"/>
              <a:sym typeface="Arial"/>
            </a:endParaRPr>
          </a:p>
          <a:p>
            <a:pPr indent="-287018" lvl="1" marL="756920" marR="0"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They add a level of complexity</a:t>
            </a:r>
            <a:endParaRPr b="0" i="0" sz="2800" u="none" cap="none" strike="noStrike">
              <a:solidFill>
                <a:srgbClr val="000000"/>
              </a:solidFill>
              <a:latin typeface="Arial"/>
              <a:ea typeface="Arial"/>
              <a:cs typeface="Arial"/>
              <a:sym typeface="Arial"/>
            </a:endParaRPr>
          </a:p>
          <a:p>
            <a:pPr indent="-287655" lvl="1" marL="757555"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What do we gain?</a:t>
            </a:r>
            <a:endParaRPr b="0" i="0" sz="2800" u="none" cap="none" strike="noStrike">
              <a:solidFill>
                <a:srgbClr val="000000"/>
              </a:solidFill>
              <a:latin typeface="Arial"/>
              <a:ea typeface="Arial"/>
              <a:cs typeface="Arial"/>
              <a:sym typeface="Arial"/>
            </a:endParaRPr>
          </a:p>
          <a:p>
            <a:pPr indent="0" lvl="1" marL="0" marR="0" rtl="0" algn="l">
              <a:lnSpc>
                <a:spcPct val="100000"/>
              </a:lnSpc>
              <a:spcBef>
                <a:spcPts val="212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343535" lvl="0" marL="355600" marR="1152525" rtl="0" algn="l">
              <a:lnSpc>
                <a:spcPct val="1004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Unlike parallel blocks, threads have mechanisms to:</a:t>
            </a:r>
            <a:endParaRPr b="0" i="0" sz="3200" u="none" cap="none" strike="noStrike">
              <a:solidFill>
                <a:srgbClr val="000000"/>
              </a:solidFill>
              <a:latin typeface="Arial"/>
              <a:ea typeface="Arial"/>
              <a:cs typeface="Arial"/>
              <a:sym typeface="Arial"/>
            </a:endParaRPr>
          </a:p>
          <a:p>
            <a:pPr indent="-287018" lvl="1" marL="756920" marR="0" rtl="0" algn="l">
              <a:lnSpc>
                <a:spcPct val="100000"/>
              </a:lnSpc>
              <a:spcBef>
                <a:spcPts val="70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Communicate</a:t>
            </a:r>
            <a:endParaRPr b="0" i="0" sz="2800" u="none" cap="none" strike="noStrike">
              <a:solidFill>
                <a:srgbClr val="000000"/>
              </a:solidFill>
              <a:latin typeface="Arial"/>
              <a:ea typeface="Arial"/>
              <a:cs typeface="Arial"/>
              <a:sym typeface="Arial"/>
            </a:endParaRPr>
          </a:p>
          <a:p>
            <a:pPr indent="-287655" lvl="1" marL="757555"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Synchronize</a:t>
            </a:r>
            <a:endParaRPr b="0" i="0" sz="2800" u="none" cap="none" strike="noStrike">
              <a:solidFill>
                <a:srgbClr val="000000"/>
              </a:solidFill>
              <a:latin typeface="Arial"/>
              <a:ea typeface="Arial"/>
              <a:cs typeface="Arial"/>
              <a:sym typeface="Arial"/>
            </a:endParaRPr>
          </a:p>
          <a:p>
            <a:pPr indent="0" lvl="1" marL="0" marR="0" rtl="0" algn="l">
              <a:lnSpc>
                <a:spcPct val="100000"/>
              </a:lnSpc>
              <a:spcBef>
                <a:spcPts val="213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342900" lvl="0" marL="355600" marR="0" rtl="0" algn="l">
              <a:lnSpc>
                <a:spcPct val="100000"/>
              </a:lnSpc>
              <a:spcBef>
                <a:spcPts val="5"/>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To look closer, we need a new example…</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24"/>
          <p:cNvSpPr txBox="1"/>
          <p:nvPr>
            <p:ph type="title"/>
          </p:nvPr>
        </p:nvSpPr>
        <p:spPr>
          <a:xfrm>
            <a:off x="474675" y="2674696"/>
            <a:ext cx="7441565" cy="112395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SzPts val="1400"/>
              <a:buNone/>
            </a:pPr>
            <a:r>
              <a:rPr b="1" lang="en-US" sz="3600">
                <a:latin typeface="Cambria"/>
                <a:ea typeface="Cambria"/>
                <a:cs typeface="Cambria"/>
                <a:sym typeface="Cambria"/>
              </a:rPr>
              <a:t>Using multiple Block and Thread Dimensions in CUDA</a:t>
            </a:r>
            <a:endParaRPr sz="3600">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5"/>
          <p:cNvSpPr txBox="1"/>
          <p:nvPr>
            <p:ph type="title"/>
          </p:nvPr>
        </p:nvSpPr>
        <p:spPr>
          <a:xfrm>
            <a:off x="258267" y="-98297"/>
            <a:ext cx="8453120" cy="3258185"/>
          </a:xfrm>
          <a:prstGeom prst="rect">
            <a:avLst/>
          </a:prstGeom>
          <a:noFill/>
          <a:ln>
            <a:noFill/>
          </a:ln>
        </p:spPr>
        <p:txBody>
          <a:bodyPr anchorCtr="0" anchor="t" bIns="0" lIns="0" spcFirstLastPara="1" rIns="0" wrap="square" tIns="13950">
            <a:spAutoFit/>
          </a:bodyPr>
          <a:lstStyle/>
          <a:p>
            <a:pPr indent="0" lvl="0" marL="2317750" marR="1551305" rtl="0" algn="l">
              <a:lnSpc>
                <a:spcPct val="100000"/>
              </a:lnSpc>
              <a:spcBef>
                <a:spcPts val="0"/>
              </a:spcBef>
              <a:spcAft>
                <a:spcPts val="0"/>
              </a:spcAft>
              <a:buSzPts val="1400"/>
              <a:buNone/>
            </a:pPr>
            <a:r>
              <a:rPr lang="en-US" sz="2400"/>
              <a:t>Different types of pre-defined variables in CUDA – attributes of current thread</a:t>
            </a:r>
            <a:endParaRPr sz="2400"/>
          </a:p>
          <a:p>
            <a:pPr indent="0" lvl="0" marL="12700" marR="5080" rtl="0" algn="l">
              <a:lnSpc>
                <a:spcPct val="108000"/>
              </a:lnSpc>
              <a:spcBef>
                <a:spcPts val="645"/>
              </a:spcBef>
              <a:spcAft>
                <a:spcPts val="0"/>
              </a:spcAft>
              <a:buSzPts val="1400"/>
              <a:buNone/>
            </a:pPr>
            <a:r>
              <a:rPr lang="en-US" sz="3000">
                <a:solidFill>
                  <a:srgbClr val="000000"/>
                </a:solidFill>
                <a:latin typeface="Arial"/>
                <a:ea typeface="Arial"/>
                <a:cs typeface="Arial"/>
                <a:sym typeface="Arial"/>
              </a:rPr>
              <a:t>The variables below are defined within the CUDA library. They all represent different features of the block/thread system when running the kernel function. At least one of these variables will hold a different number for each thread spawned</a:t>
            </a:r>
            <a:endParaRPr sz="3000">
              <a:latin typeface="Arial"/>
              <a:ea typeface="Arial"/>
              <a:cs typeface="Arial"/>
              <a:sym typeface="Arial"/>
            </a:endParaRPr>
          </a:p>
        </p:txBody>
      </p:sp>
      <p:sp>
        <p:nvSpPr>
          <p:cNvPr id="520" name="Google Shape;520;p25"/>
          <p:cNvSpPr txBox="1"/>
          <p:nvPr/>
        </p:nvSpPr>
        <p:spPr>
          <a:xfrm>
            <a:off x="322392" y="3703494"/>
            <a:ext cx="8325000" cy="3048600"/>
          </a:xfrm>
          <a:prstGeom prst="rect">
            <a:avLst/>
          </a:prstGeom>
          <a:noFill/>
          <a:ln>
            <a:noFill/>
          </a:ln>
        </p:spPr>
        <p:txBody>
          <a:bodyPr anchorCtr="0" anchor="t" bIns="0" lIns="0" spcFirstLastPara="1" rIns="0" wrap="square" tIns="62850">
            <a:spAutoFit/>
          </a:bodyPr>
          <a:lstStyle/>
          <a:p>
            <a:pPr indent="0" lvl="0" marL="12700" marR="5080" rtl="0" algn="l">
              <a:lnSpc>
                <a:spcPct val="108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therefore, we need to calculate thread ID’s based on these variables</a:t>
            </a:r>
            <a:endParaRPr b="0" i="0" sz="3000" u="none" cap="none" strike="noStrike">
              <a:solidFill>
                <a:srgbClr val="000000"/>
              </a:solidFill>
              <a:latin typeface="Arial"/>
              <a:ea typeface="Arial"/>
              <a:cs typeface="Arial"/>
              <a:sym typeface="Arial"/>
            </a:endParaRPr>
          </a:p>
          <a:p>
            <a:pPr indent="0" lvl="0" marL="12700" marR="5852795" rtl="0" algn="l">
              <a:lnSpc>
                <a:spcPct val="110100"/>
              </a:lnSpc>
              <a:spcBef>
                <a:spcPts val="5"/>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gridDim.x/y/z blockDim.x/y/z blockId.x/y/z threadId.x/y/z</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26"/>
          <p:cNvSpPr txBox="1"/>
          <p:nvPr>
            <p:ph type="title"/>
          </p:nvPr>
        </p:nvSpPr>
        <p:spPr>
          <a:xfrm>
            <a:off x="258267" y="-98297"/>
            <a:ext cx="7880984" cy="2664460"/>
          </a:xfrm>
          <a:prstGeom prst="rect">
            <a:avLst/>
          </a:prstGeom>
          <a:noFill/>
          <a:ln>
            <a:noFill/>
          </a:ln>
        </p:spPr>
        <p:txBody>
          <a:bodyPr anchorCtr="0" anchor="t" bIns="0" lIns="0" spcFirstLastPara="1" rIns="0" wrap="square" tIns="13950">
            <a:spAutoFit/>
          </a:bodyPr>
          <a:lstStyle/>
          <a:p>
            <a:pPr indent="0" lvl="0" marL="2317750" marR="979169" rtl="0" algn="l">
              <a:lnSpc>
                <a:spcPct val="100000"/>
              </a:lnSpc>
              <a:spcBef>
                <a:spcPts val="0"/>
              </a:spcBef>
              <a:spcAft>
                <a:spcPts val="0"/>
              </a:spcAft>
              <a:buSzPts val="1400"/>
              <a:buNone/>
            </a:pPr>
            <a:r>
              <a:rPr lang="en-US" sz="2400"/>
              <a:t>Different types of pre-defined variables in CUDA – attributes of current thread</a:t>
            </a:r>
            <a:endParaRPr sz="2400"/>
          </a:p>
          <a:p>
            <a:pPr indent="0" lvl="0" marL="12700" marR="5080" rtl="0" algn="l">
              <a:lnSpc>
                <a:spcPct val="100400"/>
              </a:lnSpc>
              <a:spcBef>
                <a:spcPts val="560"/>
              </a:spcBef>
              <a:spcAft>
                <a:spcPts val="0"/>
              </a:spcAft>
              <a:buSzPts val="1400"/>
              <a:buNone/>
            </a:pPr>
            <a:r>
              <a:rPr lang="en-US" sz="3200">
                <a:solidFill>
                  <a:srgbClr val="000000"/>
                </a:solidFill>
                <a:latin typeface="Arial"/>
                <a:ea typeface="Arial"/>
                <a:cs typeface="Arial"/>
                <a:sym typeface="Arial"/>
              </a:rPr>
              <a:t>gridDim.x/y/z – Represents the amount of blocks in a specific dimension within a large grid</a:t>
            </a:r>
            <a:endParaRPr sz="3200">
              <a:latin typeface="Arial"/>
              <a:ea typeface="Arial"/>
              <a:cs typeface="Arial"/>
              <a:sym typeface="Arial"/>
            </a:endParaRPr>
          </a:p>
        </p:txBody>
      </p:sp>
      <p:sp>
        <p:nvSpPr>
          <p:cNvPr id="526" name="Google Shape;526;p26"/>
          <p:cNvSpPr txBox="1"/>
          <p:nvPr/>
        </p:nvSpPr>
        <p:spPr>
          <a:xfrm>
            <a:off x="258267" y="2637485"/>
            <a:ext cx="8420735" cy="3149600"/>
          </a:xfrm>
          <a:prstGeom prst="rect">
            <a:avLst/>
          </a:prstGeom>
          <a:noFill/>
          <a:ln>
            <a:noFill/>
          </a:ln>
        </p:spPr>
        <p:txBody>
          <a:bodyPr anchorCtr="0" anchor="t" bIns="0" lIns="0" spcFirstLastPara="1" rIns="0" wrap="square" tIns="31750">
            <a:spAutoFit/>
          </a:bodyPr>
          <a:lstStyle/>
          <a:p>
            <a:pPr indent="0" lvl="0" marL="12700" marR="95885" rtl="0" algn="l">
              <a:lnSpc>
                <a:spcPct val="119375"/>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blockDim.x/y/z – Represents the amount of threads within a block in a specific dimensions</a:t>
            </a:r>
            <a:endParaRPr b="0" i="0" sz="3200" u="none" cap="none" strike="noStrike">
              <a:solidFill>
                <a:srgbClr val="000000"/>
              </a:solidFill>
              <a:latin typeface="Arial"/>
              <a:ea typeface="Arial"/>
              <a:cs typeface="Arial"/>
              <a:sym typeface="Arial"/>
            </a:endParaRPr>
          </a:p>
          <a:p>
            <a:pPr indent="0" lvl="0" marL="12700" marR="5080" rtl="0" algn="l">
              <a:lnSpc>
                <a:spcPct val="100400"/>
              </a:lnSpc>
              <a:spcBef>
                <a:spcPts val="63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blockId.x/y/z – Represents the current block ID this thread has spawned in</a:t>
            </a:r>
            <a:endParaRPr b="0" i="0" sz="3200" u="none" cap="none" strike="noStrike">
              <a:solidFill>
                <a:srgbClr val="000000"/>
              </a:solidFill>
              <a:latin typeface="Arial"/>
              <a:ea typeface="Arial"/>
              <a:cs typeface="Arial"/>
              <a:sym typeface="Arial"/>
            </a:endParaRPr>
          </a:p>
          <a:p>
            <a:pPr indent="0" lvl="0" marL="12700" marR="121920" rtl="0" algn="l">
              <a:lnSpc>
                <a:spcPct val="100400"/>
              </a:lnSpc>
              <a:spcBef>
                <a:spcPts val="755"/>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threadId.x/y/z – Represents the current thread ID</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7"/>
          <p:cNvSpPr txBox="1"/>
          <p:nvPr>
            <p:ph type="title"/>
          </p:nvPr>
        </p:nvSpPr>
        <p:spPr>
          <a:xfrm>
            <a:off x="2486025" y="242773"/>
            <a:ext cx="5427980" cy="454025"/>
          </a:xfrm>
          <a:prstGeom prst="rect">
            <a:avLst/>
          </a:prstGeom>
          <a:noFill/>
          <a:ln>
            <a:noFill/>
          </a:ln>
        </p:spPr>
        <p:txBody>
          <a:bodyPr anchorCtr="0" anchor="t" bIns="0" lIns="0" spcFirstLastPara="1" rIns="0" wrap="square" tIns="13325">
            <a:spAutoFit/>
          </a:bodyPr>
          <a:lstStyle/>
          <a:p>
            <a:pPr indent="0" lvl="0" marL="90170" rtl="0" algn="l">
              <a:lnSpc>
                <a:spcPct val="100000"/>
              </a:lnSpc>
              <a:spcBef>
                <a:spcPts val="0"/>
              </a:spcBef>
              <a:spcAft>
                <a:spcPts val="0"/>
              </a:spcAft>
              <a:buSzPts val="1400"/>
              <a:buNone/>
            </a:pPr>
            <a:r>
              <a:rPr lang="en-US"/>
              <a:t>&lt;&lt;&lt;dim3(1,1,1), dim3(100,1,1)</a:t>
            </a:r>
            <a:endParaRPr/>
          </a:p>
        </p:txBody>
      </p:sp>
      <p:sp>
        <p:nvSpPr>
          <p:cNvPr id="532" name="Google Shape;532;p27"/>
          <p:cNvSpPr txBox="1"/>
          <p:nvPr>
            <p:ph idx="1" type="body"/>
          </p:nvPr>
        </p:nvSpPr>
        <p:spPr>
          <a:xfrm>
            <a:off x="252907" y="1072718"/>
            <a:ext cx="8638184" cy="3442335"/>
          </a:xfrm>
          <a:prstGeom prst="rect">
            <a:avLst/>
          </a:prstGeom>
          <a:noFill/>
          <a:ln>
            <a:noFill/>
          </a:ln>
        </p:spPr>
        <p:txBody>
          <a:bodyPr anchorCtr="0" anchor="t" bIns="0" lIns="0" spcFirstLastPara="1" rIns="0" wrap="square" tIns="12700">
            <a:spAutoFit/>
          </a:bodyPr>
          <a:lstStyle/>
          <a:p>
            <a:pPr indent="0" lvl="0" marL="17780" marR="5080" rtl="0" algn="l">
              <a:lnSpc>
                <a:spcPct val="100099"/>
              </a:lnSpc>
              <a:spcBef>
                <a:spcPts val="0"/>
              </a:spcBef>
              <a:spcAft>
                <a:spcPts val="0"/>
              </a:spcAft>
              <a:buSzPts val="1400"/>
              <a:buNone/>
            </a:pPr>
            <a:r>
              <a:rPr lang="en-US"/>
              <a:t>The above equation represents 1 block and 100 threads, this means 100 threads will spawn. We don’t need to use all of those pre-defined variables to make each thread unique because threadIdx.x will give us 100 unique numbers from 0-99 for each time the kernel function is used (see demo in workshop)</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8"/>
          <p:cNvSpPr txBox="1"/>
          <p:nvPr/>
        </p:nvSpPr>
        <p:spPr>
          <a:xfrm>
            <a:off x="258267" y="237236"/>
            <a:ext cx="8524875" cy="6162040"/>
          </a:xfrm>
          <a:prstGeom prst="rect">
            <a:avLst/>
          </a:prstGeom>
          <a:noFill/>
          <a:ln>
            <a:noFill/>
          </a:ln>
        </p:spPr>
        <p:txBody>
          <a:bodyPr anchorCtr="0" anchor="t" bIns="0" lIns="0" spcFirstLastPara="1" rIns="0" wrap="square" tIns="13325">
            <a:spAutoFit/>
          </a:bodyPr>
          <a:lstStyle/>
          <a:p>
            <a:pPr indent="0" lvl="0" marL="231775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&lt;&lt;&lt;dim3(2,1,1), dim3(50,1,1)</a:t>
            </a:r>
            <a:endParaRPr b="0" i="0" sz="2800" u="none" cap="none" strike="noStrike">
              <a:solidFill>
                <a:srgbClr val="000000"/>
              </a:solidFill>
              <a:latin typeface="Cambria"/>
              <a:ea typeface="Cambria"/>
              <a:cs typeface="Cambria"/>
              <a:sym typeface="Cambria"/>
            </a:endParaRPr>
          </a:p>
          <a:p>
            <a:pPr indent="0" lvl="0" marL="12700" marR="5080" rtl="0" algn="l">
              <a:lnSpc>
                <a:spcPct val="100099"/>
              </a:lnSpc>
              <a:spcBef>
                <a:spcPts val="3254"/>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 above equation represents 2 blocks and 50 threads, this means 100 threads will spawn (same as before but the setup is different). This time, we cannot use just threadIdx.x because this will only give us 2 batches of 50 unique numbers (0-49 x 2). However, the blockIdx.x will give us 2 unique numbers (0-1) for each batch of thread IDs. To calculate the exact thread ID for the function, we need to use the total amount of threads (blockDim), the current block ID and the current thread ID.</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149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blockDim.x * blockIdx.x + threadIdx.x</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29"/>
          <p:cNvSpPr txBox="1"/>
          <p:nvPr/>
        </p:nvSpPr>
        <p:spPr>
          <a:xfrm>
            <a:off x="258267" y="237236"/>
            <a:ext cx="8628380" cy="5988050"/>
          </a:xfrm>
          <a:prstGeom prst="rect">
            <a:avLst/>
          </a:prstGeom>
          <a:noFill/>
          <a:ln>
            <a:noFill/>
          </a:ln>
        </p:spPr>
        <p:txBody>
          <a:bodyPr anchorCtr="0" anchor="t" bIns="0" lIns="0" spcFirstLastPara="1" rIns="0" wrap="square" tIns="13325">
            <a:spAutoFit/>
          </a:bodyPr>
          <a:lstStyle/>
          <a:p>
            <a:pPr indent="0" lvl="0" marL="668655" marR="0" rtl="0" algn="ctr">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&lt;&lt;&lt;dim3(2,2,1), dim3(5,5,1)</a:t>
            </a:r>
            <a:endParaRPr b="0" i="0" sz="2800" u="none" cap="none" strike="noStrike">
              <a:solidFill>
                <a:srgbClr val="000000"/>
              </a:solidFill>
              <a:latin typeface="Cambria"/>
              <a:ea typeface="Cambria"/>
              <a:cs typeface="Cambria"/>
              <a:sym typeface="Cambria"/>
            </a:endParaRPr>
          </a:p>
          <a:p>
            <a:pPr indent="0" lvl="0" marL="12700" marR="5080" rtl="0" algn="l">
              <a:lnSpc>
                <a:spcPct val="100000"/>
              </a:lnSpc>
              <a:spcBef>
                <a:spcPts val="3259"/>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 above equation represents 4 blocks (2 in x and 2 in y) and 25 threads (5 in x and 5 in y), this means 100 threads will spawn. This time, we cannot use just x dimension variables because now we are using blocks and threads in the y. However, we still need to use the equation we generated in the last slide (blockDim.x * blockIdx.x + threadIdx.x). We need to create the formula which uses the blockdim for x and y, block ID for x and y and thread ID in x and y to make sure we generate a unique ID for each thread. That’s your job, not mine! But remember, will it make a big time difference for the applications you are building?</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0"/>
          <p:cNvSpPr txBox="1"/>
          <p:nvPr>
            <p:ph type="title"/>
          </p:nvPr>
        </p:nvSpPr>
        <p:spPr>
          <a:xfrm>
            <a:off x="474675" y="2949400"/>
            <a:ext cx="43911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1" lang="en-US" sz="3600">
                <a:latin typeface="Cambria"/>
                <a:ea typeface="Cambria"/>
                <a:cs typeface="Cambria"/>
                <a:sym typeface="Cambria"/>
              </a:rPr>
              <a:t>End of Lecture </a:t>
            </a:r>
            <a:r>
              <a:rPr b="1" lang="en-US" sz="3600"/>
              <a:t>10</a:t>
            </a:r>
            <a:endParaRPr sz="3600">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