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797675" cy="9926625"/>
  <p:embeddedFontLst>
    <p:embeddedFont>
      <p:font typeface="Helvetica Neue"/>
      <p:regular r:id="rId47"/>
      <p:bold r:id="rId48"/>
      <p:italic r:id="rId49"/>
      <p:boldItalic r:id="rId50"/>
    </p:embeddedFont>
    <p:embeddedFont>
      <p:font typeface="Arial Black"/>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3126">
          <p15:clr>
            <a:srgbClr val="A4A3A4"/>
          </p15:clr>
        </p15:guide>
        <p15:guide id="2" pos="2098">
          <p15:clr>
            <a:srgbClr val="A4A3A4"/>
          </p15:clr>
        </p15:guide>
        <p15:guide id="3" pos="2140">
          <p15:clr>
            <a:srgbClr val="A4A3A4"/>
          </p15:clr>
        </p15:guide>
      </p15:notesGuideLst>
    </p:ext>
    <p:ext uri="GoogleSlidesCustomDataVersion2">
      <go:slidesCustomData xmlns:go="http://customooxmlschemas.google.com/" r:id="rId52" roundtripDataSignature="AMtx7mhMRLDW3P91EwVKcKTO3KJbBXME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3126" orient="horz"/>
        <p:guide pos="2098"/>
        <p:guide pos="214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alBlack-regular.fntdata"/><Relationship Id="rId50" Type="http://schemas.openxmlformats.org/officeDocument/2006/relationships/font" Target="fonts/HelveticaNeue-bold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6145" cy="4968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49911" y="0"/>
            <a:ext cx="2946144" cy="4968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0254" y="4714876"/>
            <a:ext cx="5437168" cy="446722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9428164"/>
            <a:ext cx="2946145" cy="4968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49911" y="9428164"/>
            <a:ext cx="2946144" cy="4968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 name="Google Shape;58;p1: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 name="Google Shape;64;p2: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p3: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p4: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 name="Google Shape;83;p5: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0" name="Google Shape;90;p6: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6" name="Google Shape;96;p7: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p8: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9: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10: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p11: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p12: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13: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14: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5: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p15: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6: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2" name="Google Shape;152;p16:notes"/>
          <p:cNvSpPr txBox="1"/>
          <p:nvPr>
            <p:ph idx="1" type="body"/>
          </p:nvPr>
        </p:nvSpPr>
        <p:spPr>
          <a:xfrm>
            <a:off x="680254" y="4714876"/>
            <a:ext cx="5437168" cy="44672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6:notes"/>
          <p:cNvSpPr txBox="1"/>
          <p:nvPr>
            <p:ph idx="12" type="sldNum"/>
          </p:nvPr>
        </p:nvSpPr>
        <p:spPr>
          <a:xfrm>
            <a:off x="3849911" y="9428164"/>
            <a:ext cx="2946144" cy="4968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7: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p17: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8: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p18: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19: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0: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p20: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5" name="Google Shape;185;p21: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1" name="Google Shape;191;p22: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3: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23: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4: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3" name="Google Shape;203;p24: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 name="Google Shape;209;p25: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6: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p26: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7: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2" name="Google Shape;222;p27: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 name="Google Shape;228;p28: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9: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4" name="Google Shape;234;p29: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0: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p30: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1: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p31: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2: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2" name="Google Shape;252;p32: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3: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9" name="Google Shape;259;p33: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4: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5" name="Google Shape;265;p34: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5: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1" name="Google Shape;271;p35: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6: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 name="Google Shape;277;p36: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7: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3" name="Google Shape;283;p37: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8: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9" name="Google Shape;289;p38: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9: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5" name="Google Shape;295;p39: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0: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1" name="Google Shape;301;p40: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1:notes"/>
          <p:cNvSpPr txBox="1"/>
          <p:nvPr>
            <p:ph idx="1" type="body"/>
          </p:nvPr>
        </p:nvSpPr>
        <p:spPr>
          <a:xfrm>
            <a:off x="680254" y="4714876"/>
            <a:ext cx="5437168" cy="4467225"/>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7" name="Google Shape;307;p41:notes"/>
          <p:cNvSpPr/>
          <p:nvPr>
            <p:ph idx="2" type="sldImg"/>
          </p:nvPr>
        </p:nvSpPr>
        <p:spPr>
          <a:xfrm>
            <a:off x="90488" y="744538"/>
            <a:ext cx="6616700"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43"/>
          <p:cNvSpPr txBox="1"/>
          <p:nvPr>
            <p:ph type="ctrTitle"/>
          </p:nvPr>
        </p:nvSpPr>
        <p:spPr>
          <a:xfrm>
            <a:off x="527381" y="2512922"/>
            <a:ext cx="103632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a:solidFill>
                  <a:srgbClr val="FFC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3"/>
          <p:cNvSpPr txBox="1"/>
          <p:nvPr>
            <p:ph idx="1" type="subTitle"/>
          </p:nvPr>
        </p:nvSpPr>
        <p:spPr>
          <a:xfrm>
            <a:off x="527381" y="4268688"/>
            <a:ext cx="8534400" cy="17526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Clr>
                <a:srgbClr val="FFC000"/>
              </a:buClr>
              <a:buSzPts val="3200"/>
              <a:buFont typeface="Rockwell"/>
              <a:buNone/>
              <a:defRPr>
                <a:solidFill>
                  <a:srgbClr val="FFC000"/>
                </a:solidFill>
                <a:latin typeface="Rockwell"/>
                <a:ea typeface="Rockwell"/>
                <a:cs typeface="Rockwell"/>
                <a:sym typeface="Rockwe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4"/>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800">
                <a:solidFill>
                  <a:srgbClr val="FFC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4"/>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5"/>
          <p:cNvSpPr txBox="1"/>
          <p:nvPr>
            <p:ph type="title"/>
          </p:nvPr>
        </p:nvSpPr>
        <p:spPr>
          <a:xfrm>
            <a:off x="963084" y="4406902"/>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5"/>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Helvetica Neue"/>
              <a:buNone/>
              <a:defRPr sz="2000"/>
            </a:lvl1pPr>
            <a:lvl2pPr indent="-228600" lvl="1" marL="914400" algn="l">
              <a:spcBef>
                <a:spcPts val="360"/>
              </a:spcBef>
              <a:spcAft>
                <a:spcPts val="0"/>
              </a:spcAft>
              <a:buClr>
                <a:schemeClr val="dk1"/>
              </a:buClr>
              <a:buSzPts val="1800"/>
              <a:buFont typeface="Helvetica Neue"/>
              <a:buNone/>
              <a:defRPr sz="1800"/>
            </a:lvl2pPr>
            <a:lvl3pPr indent="-228600" lvl="2" marL="1371600" algn="l">
              <a:spcBef>
                <a:spcPts val="320"/>
              </a:spcBef>
              <a:spcAft>
                <a:spcPts val="0"/>
              </a:spcAft>
              <a:buClr>
                <a:schemeClr val="dk1"/>
              </a:buClr>
              <a:buSzPts val="1600"/>
              <a:buFont typeface="Helvetica Neue"/>
              <a:buNone/>
              <a:defRPr sz="1600"/>
            </a:lvl3pPr>
            <a:lvl4pPr indent="-228600" lvl="3" marL="1828800" algn="l">
              <a:spcBef>
                <a:spcPts val="280"/>
              </a:spcBef>
              <a:spcAft>
                <a:spcPts val="0"/>
              </a:spcAft>
              <a:buClr>
                <a:schemeClr val="dk1"/>
              </a:buClr>
              <a:buSzPts val="1400"/>
              <a:buFont typeface="Helvetica Neue"/>
              <a:buNone/>
              <a:defRPr sz="1400"/>
            </a:lvl4pPr>
            <a:lvl5pPr indent="-228600" lvl="4" marL="2286000" algn="l">
              <a:spcBef>
                <a:spcPts val="280"/>
              </a:spcBef>
              <a:spcAft>
                <a:spcPts val="0"/>
              </a:spcAft>
              <a:buClr>
                <a:schemeClr val="dk1"/>
              </a:buClr>
              <a:buSzPts val="1400"/>
              <a:buFont typeface="Helvetica Neue"/>
              <a:buNone/>
              <a:defRPr sz="1400"/>
            </a:lvl5pPr>
            <a:lvl6pPr indent="-228600" lvl="5" marL="2743200" algn="l">
              <a:spcBef>
                <a:spcPts val="280"/>
              </a:spcBef>
              <a:spcAft>
                <a:spcPts val="0"/>
              </a:spcAft>
              <a:buClr>
                <a:schemeClr val="dk1"/>
              </a:buClr>
              <a:buSzPts val="1400"/>
              <a:buFont typeface="Helvetica Neue"/>
              <a:buNone/>
              <a:defRPr sz="1400"/>
            </a:lvl6pPr>
            <a:lvl7pPr indent="-228600" lvl="6" marL="3200400" algn="l">
              <a:spcBef>
                <a:spcPts val="280"/>
              </a:spcBef>
              <a:spcAft>
                <a:spcPts val="0"/>
              </a:spcAft>
              <a:buClr>
                <a:schemeClr val="dk1"/>
              </a:buClr>
              <a:buSzPts val="1400"/>
              <a:buFont typeface="Helvetica Neue"/>
              <a:buNone/>
              <a:defRPr sz="1400"/>
            </a:lvl7pPr>
            <a:lvl8pPr indent="-228600" lvl="7" marL="3657600" algn="l">
              <a:spcBef>
                <a:spcPts val="280"/>
              </a:spcBef>
              <a:spcAft>
                <a:spcPts val="0"/>
              </a:spcAft>
              <a:buClr>
                <a:schemeClr val="dk1"/>
              </a:buClr>
              <a:buSzPts val="1400"/>
              <a:buFont typeface="Helvetica Neue"/>
              <a:buNone/>
              <a:defRPr sz="1400"/>
            </a:lvl8pPr>
            <a:lvl9pPr indent="-228600" lvl="8" marL="4114800" algn="l">
              <a:spcBef>
                <a:spcPts val="280"/>
              </a:spcBef>
              <a:spcAft>
                <a:spcPts val="0"/>
              </a:spcAft>
              <a:buClr>
                <a:schemeClr val="dk1"/>
              </a:buClr>
              <a:buSzPts val="1400"/>
              <a:buFont typeface="Helvetica Neue"/>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46"/>
          <p:cNvSpPr txBox="1"/>
          <p:nvPr>
            <p:ph type="title"/>
          </p:nvPr>
        </p:nvSpPr>
        <p:spPr>
          <a:xfrm>
            <a:off x="431817" y="1940981"/>
            <a:ext cx="11233151"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6"/>
          <p:cNvSpPr txBox="1"/>
          <p:nvPr>
            <p:ph idx="1" type="body"/>
          </p:nvPr>
        </p:nvSpPr>
        <p:spPr>
          <a:xfrm>
            <a:off x="431800" y="2852248"/>
            <a:ext cx="5513917" cy="43211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Helvetica Neue"/>
              <a:buChar char="•"/>
              <a:defRPr sz="2800"/>
            </a:lvl1pPr>
            <a:lvl2pPr indent="-381000" lvl="1" marL="914400" algn="l">
              <a:spcBef>
                <a:spcPts val="480"/>
              </a:spcBef>
              <a:spcAft>
                <a:spcPts val="0"/>
              </a:spcAft>
              <a:buClr>
                <a:schemeClr val="dk1"/>
              </a:buClr>
              <a:buSzPts val="2400"/>
              <a:buFont typeface="Helvetica Neue"/>
              <a:buChar char="–"/>
              <a:defRPr sz="2400"/>
            </a:lvl2pPr>
            <a:lvl3pPr indent="-355600" lvl="2" marL="1371600" algn="l">
              <a:spcBef>
                <a:spcPts val="400"/>
              </a:spcBef>
              <a:spcAft>
                <a:spcPts val="0"/>
              </a:spcAft>
              <a:buClr>
                <a:schemeClr val="dk1"/>
              </a:buClr>
              <a:buSzPts val="2000"/>
              <a:buFont typeface="Helvetica Neue"/>
              <a:buChar char="•"/>
              <a:defRPr sz="2000"/>
            </a:lvl3pPr>
            <a:lvl4pPr indent="-342900" lvl="3" marL="1828800" algn="l">
              <a:spcBef>
                <a:spcPts val="360"/>
              </a:spcBef>
              <a:spcAft>
                <a:spcPts val="0"/>
              </a:spcAft>
              <a:buClr>
                <a:schemeClr val="dk1"/>
              </a:buClr>
              <a:buSzPts val="1800"/>
              <a:buFont typeface="Helvetica Neue"/>
              <a:buChar char="–"/>
              <a:defRPr sz="1800"/>
            </a:lvl4pPr>
            <a:lvl5pPr indent="-342900" lvl="4" marL="2286000" algn="l">
              <a:spcBef>
                <a:spcPts val="360"/>
              </a:spcBef>
              <a:spcAft>
                <a:spcPts val="0"/>
              </a:spcAft>
              <a:buClr>
                <a:schemeClr val="dk1"/>
              </a:buClr>
              <a:buSzPts val="1800"/>
              <a:buFont typeface="Helvetica Neue"/>
              <a:buChar char="»"/>
              <a:defRPr sz="1800"/>
            </a:lvl5pPr>
            <a:lvl6pPr indent="-342900" lvl="5" marL="2743200" algn="l">
              <a:spcBef>
                <a:spcPts val="360"/>
              </a:spcBef>
              <a:spcAft>
                <a:spcPts val="0"/>
              </a:spcAft>
              <a:buClr>
                <a:schemeClr val="dk1"/>
              </a:buClr>
              <a:buSzPts val="1800"/>
              <a:buFont typeface="Helvetica Neue"/>
              <a:buChar char="»"/>
              <a:defRPr sz="1800"/>
            </a:lvl6pPr>
            <a:lvl7pPr indent="-342900" lvl="6" marL="3200400" algn="l">
              <a:spcBef>
                <a:spcPts val="360"/>
              </a:spcBef>
              <a:spcAft>
                <a:spcPts val="0"/>
              </a:spcAft>
              <a:buClr>
                <a:schemeClr val="dk1"/>
              </a:buClr>
              <a:buSzPts val="1800"/>
              <a:buFont typeface="Helvetica Neue"/>
              <a:buChar char="»"/>
              <a:defRPr sz="1800"/>
            </a:lvl7pPr>
            <a:lvl8pPr indent="-342900" lvl="7" marL="3657600" algn="l">
              <a:spcBef>
                <a:spcPts val="360"/>
              </a:spcBef>
              <a:spcAft>
                <a:spcPts val="0"/>
              </a:spcAft>
              <a:buClr>
                <a:schemeClr val="dk1"/>
              </a:buClr>
              <a:buSzPts val="1800"/>
              <a:buFont typeface="Helvetica Neue"/>
              <a:buChar char="»"/>
              <a:defRPr sz="1800"/>
            </a:lvl8pPr>
            <a:lvl9pPr indent="-342900" lvl="8" marL="4114800" algn="l">
              <a:spcBef>
                <a:spcPts val="360"/>
              </a:spcBef>
              <a:spcAft>
                <a:spcPts val="0"/>
              </a:spcAft>
              <a:buClr>
                <a:schemeClr val="dk1"/>
              </a:buClr>
              <a:buSzPts val="1800"/>
              <a:buFont typeface="Helvetica Neue"/>
              <a:buChar char="»"/>
              <a:defRPr sz="1800"/>
            </a:lvl9pPr>
          </a:lstStyle>
          <a:p/>
        </p:txBody>
      </p:sp>
      <p:sp>
        <p:nvSpPr>
          <p:cNvPr id="24" name="Google Shape;24;p46"/>
          <p:cNvSpPr txBox="1"/>
          <p:nvPr>
            <p:ph idx="2" type="body"/>
          </p:nvPr>
        </p:nvSpPr>
        <p:spPr>
          <a:xfrm>
            <a:off x="6148934" y="2852248"/>
            <a:ext cx="5516033" cy="432117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Helvetica Neue"/>
              <a:buChar char="•"/>
              <a:defRPr sz="2800"/>
            </a:lvl1pPr>
            <a:lvl2pPr indent="-381000" lvl="1" marL="914400" algn="l">
              <a:spcBef>
                <a:spcPts val="480"/>
              </a:spcBef>
              <a:spcAft>
                <a:spcPts val="0"/>
              </a:spcAft>
              <a:buClr>
                <a:schemeClr val="dk1"/>
              </a:buClr>
              <a:buSzPts val="2400"/>
              <a:buFont typeface="Helvetica Neue"/>
              <a:buChar char="–"/>
              <a:defRPr sz="2400"/>
            </a:lvl2pPr>
            <a:lvl3pPr indent="-355600" lvl="2" marL="1371600" algn="l">
              <a:spcBef>
                <a:spcPts val="400"/>
              </a:spcBef>
              <a:spcAft>
                <a:spcPts val="0"/>
              </a:spcAft>
              <a:buClr>
                <a:schemeClr val="dk1"/>
              </a:buClr>
              <a:buSzPts val="2000"/>
              <a:buFont typeface="Helvetica Neue"/>
              <a:buChar char="•"/>
              <a:defRPr sz="2000"/>
            </a:lvl3pPr>
            <a:lvl4pPr indent="-342900" lvl="3" marL="1828800" algn="l">
              <a:spcBef>
                <a:spcPts val="360"/>
              </a:spcBef>
              <a:spcAft>
                <a:spcPts val="0"/>
              </a:spcAft>
              <a:buClr>
                <a:schemeClr val="dk1"/>
              </a:buClr>
              <a:buSzPts val="1800"/>
              <a:buFont typeface="Helvetica Neue"/>
              <a:buChar char="–"/>
              <a:defRPr sz="1800"/>
            </a:lvl4pPr>
            <a:lvl5pPr indent="-342900" lvl="4" marL="2286000" algn="l">
              <a:spcBef>
                <a:spcPts val="360"/>
              </a:spcBef>
              <a:spcAft>
                <a:spcPts val="0"/>
              </a:spcAft>
              <a:buClr>
                <a:schemeClr val="dk1"/>
              </a:buClr>
              <a:buSzPts val="1800"/>
              <a:buFont typeface="Helvetica Neue"/>
              <a:buChar char="»"/>
              <a:defRPr sz="1800"/>
            </a:lvl5pPr>
            <a:lvl6pPr indent="-342900" lvl="5" marL="2743200" algn="l">
              <a:spcBef>
                <a:spcPts val="360"/>
              </a:spcBef>
              <a:spcAft>
                <a:spcPts val="0"/>
              </a:spcAft>
              <a:buClr>
                <a:schemeClr val="dk1"/>
              </a:buClr>
              <a:buSzPts val="1800"/>
              <a:buFont typeface="Helvetica Neue"/>
              <a:buChar char="»"/>
              <a:defRPr sz="1800"/>
            </a:lvl6pPr>
            <a:lvl7pPr indent="-342900" lvl="6" marL="3200400" algn="l">
              <a:spcBef>
                <a:spcPts val="360"/>
              </a:spcBef>
              <a:spcAft>
                <a:spcPts val="0"/>
              </a:spcAft>
              <a:buClr>
                <a:schemeClr val="dk1"/>
              </a:buClr>
              <a:buSzPts val="1800"/>
              <a:buFont typeface="Helvetica Neue"/>
              <a:buChar char="»"/>
              <a:defRPr sz="1800"/>
            </a:lvl7pPr>
            <a:lvl8pPr indent="-342900" lvl="7" marL="3657600" algn="l">
              <a:spcBef>
                <a:spcPts val="360"/>
              </a:spcBef>
              <a:spcAft>
                <a:spcPts val="0"/>
              </a:spcAft>
              <a:buClr>
                <a:schemeClr val="dk1"/>
              </a:buClr>
              <a:buSzPts val="1800"/>
              <a:buFont typeface="Helvetica Neue"/>
              <a:buChar char="»"/>
              <a:defRPr sz="1800"/>
            </a:lvl8pPr>
            <a:lvl9pPr indent="-342900" lvl="8" marL="4114800" algn="l">
              <a:spcBef>
                <a:spcPts val="360"/>
              </a:spcBef>
              <a:spcAft>
                <a:spcPts val="0"/>
              </a:spcAft>
              <a:buClr>
                <a:schemeClr val="dk1"/>
              </a:buClr>
              <a:buSzPts val="1800"/>
              <a:buFont typeface="Helvetica Neue"/>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5" name="Shape 25"/>
        <p:cNvGrpSpPr/>
        <p:nvPr/>
      </p:nvGrpSpPr>
      <p:grpSpPr>
        <a:xfrm>
          <a:off x="0" y="0"/>
          <a:ext cx="0" cy="0"/>
          <a:chOff x="0" y="0"/>
          <a:chExt cx="0" cy="0"/>
        </a:xfrm>
      </p:grpSpPr>
      <p:sp>
        <p:nvSpPr>
          <p:cNvPr id="26" name="Google Shape;26;p47"/>
          <p:cNvSpPr txBox="1"/>
          <p:nvPr>
            <p:ph type="title"/>
          </p:nvPr>
        </p:nvSpPr>
        <p:spPr>
          <a:xfrm>
            <a:off x="609600" y="1513913"/>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7"/>
          <p:cNvSpPr txBox="1"/>
          <p:nvPr>
            <p:ph idx="1" type="body"/>
          </p:nvPr>
        </p:nvSpPr>
        <p:spPr>
          <a:xfrm>
            <a:off x="609600" y="2774390"/>
            <a:ext cx="5386917" cy="639763"/>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Helvetica Neue"/>
              <a:buNone/>
              <a:defRPr b="1" sz="2400"/>
            </a:lvl1pPr>
            <a:lvl2pPr indent="-228600" lvl="1" marL="914400" algn="l">
              <a:spcBef>
                <a:spcPts val="400"/>
              </a:spcBef>
              <a:spcAft>
                <a:spcPts val="0"/>
              </a:spcAft>
              <a:buClr>
                <a:schemeClr val="dk1"/>
              </a:buClr>
              <a:buSzPts val="2000"/>
              <a:buFont typeface="Helvetica Neue"/>
              <a:buNone/>
              <a:defRPr b="1" sz="2000"/>
            </a:lvl2pPr>
            <a:lvl3pPr indent="-228600" lvl="2" marL="1371600" algn="l">
              <a:spcBef>
                <a:spcPts val="360"/>
              </a:spcBef>
              <a:spcAft>
                <a:spcPts val="0"/>
              </a:spcAft>
              <a:buClr>
                <a:schemeClr val="dk1"/>
              </a:buClr>
              <a:buSzPts val="1800"/>
              <a:buFont typeface="Helvetica Neue"/>
              <a:buNone/>
              <a:defRPr b="1" sz="1800"/>
            </a:lvl3pPr>
            <a:lvl4pPr indent="-228600" lvl="3" marL="1828800" algn="l">
              <a:spcBef>
                <a:spcPts val="320"/>
              </a:spcBef>
              <a:spcAft>
                <a:spcPts val="0"/>
              </a:spcAft>
              <a:buClr>
                <a:schemeClr val="dk1"/>
              </a:buClr>
              <a:buSzPts val="1600"/>
              <a:buFont typeface="Helvetica Neue"/>
              <a:buNone/>
              <a:defRPr b="1" sz="1600"/>
            </a:lvl4pPr>
            <a:lvl5pPr indent="-228600" lvl="4" marL="2286000" algn="l">
              <a:spcBef>
                <a:spcPts val="320"/>
              </a:spcBef>
              <a:spcAft>
                <a:spcPts val="0"/>
              </a:spcAft>
              <a:buClr>
                <a:schemeClr val="dk1"/>
              </a:buClr>
              <a:buSzPts val="1600"/>
              <a:buFont typeface="Helvetica Neue"/>
              <a:buNone/>
              <a:defRPr b="1" sz="1600"/>
            </a:lvl5pPr>
            <a:lvl6pPr indent="-228600" lvl="5" marL="2743200" algn="l">
              <a:spcBef>
                <a:spcPts val="320"/>
              </a:spcBef>
              <a:spcAft>
                <a:spcPts val="0"/>
              </a:spcAft>
              <a:buClr>
                <a:schemeClr val="dk1"/>
              </a:buClr>
              <a:buSzPts val="1600"/>
              <a:buFont typeface="Helvetica Neue"/>
              <a:buNone/>
              <a:defRPr b="1" sz="1600"/>
            </a:lvl6pPr>
            <a:lvl7pPr indent="-228600" lvl="6" marL="3200400" algn="l">
              <a:spcBef>
                <a:spcPts val="320"/>
              </a:spcBef>
              <a:spcAft>
                <a:spcPts val="0"/>
              </a:spcAft>
              <a:buClr>
                <a:schemeClr val="dk1"/>
              </a:buClr>
              <a:buSzPts val="1600"/>
              <a:buFont typeface="Helvetica Neue"/>
              <a:buNone/>
              <a:defRPr b="1" sz="1600"/>
            </a:lvl7pPr>
            <a:lvl8pPr indent="-228600" lvl="7" marL="3657600" algn="l">
              <a:spcBef>
                <a:spcPts val="320"/>
              </a:spcBef>
              <a:spcAft>
                <a:spcPts val="0"/>
              </a:spcAft>
              <a:buClr>
                <a:schemeClr val="dk1"/>
              </a:buClr>
              <a:buSzPts val="1600"/>
              <a:buFont typeface="Helvetica Neue"/>
              <a:buNone/>
              <a:defRPr b="1" sz="1600"/>
            </a:lvl8pPr>
            <a:lvl9pPr indent="-228600" lvl="8" marL="4114800" algn="l">
              <a:spcBef>
                <a:spcPts val="320"/>
              </a:spcBef>
              <a:spcAft>
                <a:spcPts val="0"/>
              </a:spcAft>
              <a:buClr>
                <a:schemeClr val="dk1"/>
              </a:buClr>
              <a:buSzPts val="1600"/>
              <a:buFont typeface="Helvetica Neue"/>
              <a:buNone/>
              <a:defRPr b="1" sz="1600"/>
            </a:lvl9pPr>
          </a:lstStyle>
          <a:p/>
        </p:txBody>
      </p:sp>
      <p:sp>
        <p:nvSpPr>
          <p:cNvPr id="28" name="Google Shape;28;p47"/>
          <p:cNvSpPr txBox="1"/>
          <p:nvPr>
            <p:ph idx="2" type="body"/>
          </p:nvPr>
        </p:nvSpPr>
        <p:spPr>
          <a:xfrm>
            <a:off x="609600" y="3414149"/>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Helvetica Neue"/>
              <a:buChar char="•"/>
              <a:defRPr sz="2400"/>
            </a:lvl1pPr>
            <a:lvl2pPr indent="-355600" lvl="1" marL="914400" algn="l">
              <a:spcBef>
                <a:spcPts val="400"/>
              </a:spcBef>
              <a:spcAft>
                <a:spcPts val="0"/>
              </a:spcAft>
              <a:buClr>
                <a:schemeClr val="dk1"/>
              </a:buClr>
              <a:buSzPts val="2000"/>
              <a:buFont typeface="Helvetica Neue"/>
              <a:buChar char="–"/>
              <a:defRPr sz="2000"/>
            </a:lvl2pPr>
            <a:lvl3pPr indent="-342900" lvl="2" marL="1371600" algn="l">
              <a:spcBef>
                <a:spcPts val="360"/>
              </a:spcBef>
              <a:spcAft>
                <a:spcPts val="0"/>
              </a:spcAft>
              <a:buClr>
                <a:schemeClr val="dk1"/>
              </a:buClr>
              <a:buSzPts val="1800"/>
              <a:buFont typeface="Helvetica Neue"/>
              <a:buChar char="•"/>
              <a:defRPr sz="1800"/>
            </a:lvl3pPr>
            <a:lvl4pPr indent="-330200" lvl="3" marL="1828800" algn="l">
              <a:spcBef>
                <a:spcPts val="320"/>
              </a:spcBef>
              <a:spcAft>
                <a:spcPts val="0"/>
              </a:spcAft>
              <a:buClr>
                <a:schemeClr val="dk1"/>
              </a:buClr>
              <a:buSzPts val="1600"/>
              <a:buFont typeface="Helvetica Neue"/>
              <a:buChar char="–"/>
              <a:defRPr sz="1600"/>
            </a:lvl4pPr>
            <a:lvl5pPr indent="-330200" lvl="4" marL="2286000" algn="l">
              <a:spcBef>
                <a:spcPts val="320"/>
              </a:spcBef>
              <a:spcAft>
                <a:spcPts val="0"/>
              </a:spcAft>
              <a:buClr>
                <a:schemeClr val="dk1"/>
              </a:buClr>
              <a:buSzPts val="1600"/>
              <a:buFont typeface="Helvetica Neue"/>
              <a:buChar char="»"/>
              <a:defRPr sz="1600"/>
            </a:lvl5pPr>
            <a:lvl6pPr indent="-330200" lvl="5" marL="2743200" algn="l">
              <a:spcBef>
                <a:spcPts val="320"/>
              </a:spcBef>
              <a:spcAft>
                <a:spcPts val="0"/>
              </a:spcAft>
              <a:buClr>
                <a:schemeClr val="dk1"/>
              </a:buClr>
              <a:buSzPts val="1600"/>
              <a:buFont typeface="Helvetica Neue"/>
              <a:buChar char="»"/>
              <a:defRPr sz="1600"/>
            </a:lvl6pPr>
            <a:lvl7pPr indent="-330200" lvl="6" marL="3200400" algn="l">
              <a:spcBef>
                <a:spcPts val="320"/>
              </a:spcBef>
              <a:spcAft>
                <a:spcPts val="0"/>
              </a:spcAft>
              <a:buClr>
                <a:schemeClr val="dk1"/>
              </a:buClr>
              <a:buSzPts val="1600"/>
              <a:buFont typeface="Helvetica Neue"/>
              <a:buChar char="»"/>
              <a:defRPr sz="1600"/>
            </a:lvl7pPr>
            <a:lvl8pPr indent="-330200" lvl="7" marL="3657600" algn="l">
              <a:spcBef>
                <a:spcPts val="320"/>
              </a:spcBef>
              <a:spcAft>
                <a:spcPts val="0"/>
              </a:spcAft>
              <a:buClr>
                <a:schemeClr val="dk1"/>
              </a:buClr>
              <a:buSzPts val="1600"/>
              <a:buFont typeface="Helvetica Neue"/>
              <a:buChar char="»"/>
              <a:defRPr sz="1600"/>
            </a:lvl8pPr>
            <a:lvl9pPr indent="-330200" lvl="8" marL="4114800" algn="l">
              <a:spcBef>
                <a:spcPts val="320"/>
              </a:spcBef>
              <a:spcAft>
                <a:spcPts val="0"/>
              </a:spcAft>
              <a:buClr>
                <a:schemeClr val="dk1"/>
              </a:buClr>
              <a:buSzPts val="1600"/>
              <a:buFont typeface="Helvetica Neue"/>
              <a:buChar char="»"/>
              <a:defRPr sz="1600"/>
            </a:lvl9pPr>
          </a:lstStyle>
          <a:p/>
        </p:txBody>
      </p:sp>
      <p:sp>
        <p:nvSpPr>
          <p:cNvPr id="29" name="Google Shape;29;p47"/>
          <p:cNvSpPr txBox="1"/>
          <p:nvPr>
            <p:ph idx="3" type="body"/>
          </p:nvPr>
        </p:nvSpPr>
        <p:spPr>
          <a:xfrm>
            <a:off x="6193378" y="2774390"/>
            <a:ext cx="5389033" cy="639763"/>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Helvetica Neue"/>
              <a:buNone/>
              <a:defRPr b="1" sz="2400"/>
            </a:lvl1pPr>
            <a:lvl2pPr indent="-228600" lvl="1" marL="914400" algn="l">
              <a:spcBef>
                <a:spcPts val="400"/>
              </a:spcBef>
              <a:spcAft>
                <a:spcPts val="0"/>
              </a:spcAft>
              <a:buClr>
                <a:schemeClr val="dk1"/>
              </a:buClr>
              <a:buSzPts val="2000"/>
              <a:buFont typeface="Helvetica Neue"/>
              <a:buNone/>
              <a:defRPr b="1" sz="2000"/>
            </a:lvl2pPr>
            <a:lvl3pPr indent="-228600" lvl="2" marL="1371600" algn="l">
              <a:spcBef>
                <a:spcPts val="360"/>
              </a:spcBef>
              <a:spcAft>
                <a:spcPts val="0"/>
              </a:spcAft>
              <a:buClr>
                <a:schemeClr val="dk1"/>
              </a:buClr>
              <a:buSzPts val="1800"/>
              <a:buFont typeface="Helvetica Neue"/>
              <a:buNone/>
              <a:defRPr b="1" sz="1800"/>
            </a:lvl3pPr>
            <a:lvl4pPr indent="-228600" lvl="3" marL="1828800" algn="l">
              <a:spcBef>
                <a:spcPts val="320"/>
              </a:spcBef>
              <a:spcAft>
                <a:spcPts val="0"/>
              </a:spcAft>
              <a:buClr>
                <a:schemeClr val="dk1"/>
              </a:buClr>
              <a:buSzPts val="1600"/>
              <a:buFont typeface="Helvetica Neue"/>
              <a:buNone/>
              <a:defRPr b="1" sz="1600"/>
            </a:lvl4pPr>
            <a:lvl5pPr indent="-228600" lvl="4" marL="2286000" algn="l">
              <a:spcBef>
                <a:spcPts val="320"/>
              </a:spcBef>
              <a:spcAft>
                <a:spcPts val="0"/>
              </a:spcAft>
              <a:buClr>
                <a:schemeClr val="dk1"/>
              </a:buClr>
              <a:buSzPts val="1600"/>
              <a:buFont typeface="Helvetica Neue"/>
              <a:buNone/>
              <a:defRPr b="1" sz="1600"/>
            </a:lvl5pPr>
            <a:lvl6pPr indent="-228600" lvl="5" marL="2743200" algn="l">
              <a:spcBef>
                <a:spcPts val="320"/>
              </a:spcBef>
              <a:spcAft>
                <a:spcPts val="0"/>
              </a:spcAft>
              <a:buClr>
                <a:schemeClr val="dk1"/>
              </a:buClr>
              <a:buSzPts val="1600"/>
              <a:buFont typeface="Helvetica Neue"/>
              <a:buNone/>
              <a:defRPr b="1" sz="1600"/>
            </a:lvl6pPr>
            <a:lvl7pPr indent="-228600" lvl="6" marL="3200400" algn="l">
              <a:spcBef>
                <a:spcPts val="320"/>
              </a:spcBef>
              <a:spcAft>
                <a:spcPts val="0"/>
              </a:spcAft>
              <a:buClr>
                <a:schemeClr val="dk1"/>
              </a:buClr>
              <a:buSzPts val="1600"/>
              <a:buFont typeface="Helvetica Neue"/>
              <a:buNone/>
              <a:defRPr b="1" sz="1600"/>
            </a:lvl7pPr>
            <a:lvl8pPr indent="-228600" lvl="7" marL="3657600" algn="l">
              <a:spcBef>
                <a:spcPts val="320"/>
              </a:spcBef>
              <a:spcAft>
                <a:spcPts val="0"/>
              </a:spcAft>
              <a:buClr>
                <a:schemeClr val="dk1"/>
              </a:buClr>
              <a:buSzPts val="1600"/>
              <a:buFont typeface="Helvetica Neue"/>
              <a:buNone/>
              <a:defRPr b="1" sz="1600"/>
            </a:lvl8pPr>
            <a:lvl9pPr indent="-228600" lvl="8" marL="4114800" algn="l">
              <a:spcBef>
                <a:spcPts val="320"/>
              </a:spcBef>
              <a:spcAft>
                <a:spcPts val="0"/>
              </a:spcAft>
              <a:buClr>
                <a:schemeClr val="dk1"/>
              </a:buClr>
              <a:buSzPts val="1600"/>
              <a:buFont typeface="Helvetica Neue"/>
              <a:buNone/>
              <a:defRPr b="1" sz="1600"/>
            </a:lvl9pPr>
          </a:lstStyle>
          <a:p/>
        </p:txBody>
      </p:sp>
      <p:sp>
        <p:nvSpPr>
          <p:cNvPr id="30" name="Google Shape;30;p47"/>
          <p:cNvSpPr txBox="1"/>
          <p:nvPr>
            <p:ph idx="4" type="body"/>
          </p:nvPr>
        </p:nvSpPr>
        <p:spPr>
          <a:xfrm>
            <a:off x="6193378" y="3414149"/>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Helvetica Neue"/>
              <a:buChar char="•"/>
              <a:defRPr sz="2400"/>
            </a:lvl1pPr>
            <a:lvl2pPr indent="-355600" lvl="1" marL="914400" algn="l">
              <a:spcBef>
                <a:spcPts val="400"/>
              </a:spcBef>
              <a:spcAft>
                <a:spcPts val="0"/>
              </a:spcAft>
              <a:buClr>
                <a:schemeClr val="dk1"/>
              </a:buClr>
              <a:buSzPts val="2000"/>
              <a:buFont typeface="Helvetica Neue"/>
              <a:buChar char="–"/>
              <a:defRPr sz="2000"/>
            </a:lvl2pPr>
            <a:lvl3pPr indent="-342900" lvl="2" marL="1371600" algn="l">
              <a:spcBef>
                <a:spcPts val="360"/>
              </a:spcBef>
              <a:spcAft>
                <a:spcPts val="0"/>
              </a:spcAft>
              <a:buClr>
                <a:schemeClr val="dk1"/>
              </a:buClr>
              <a:buSzPts val="1800"/>
              <a:buFont typeface="Helvetica Neue"/>
              <a:buChar char="•"/>
              <a:defRPr sz="1800"/>
            </a:lvl3pPr>
            <a:lvl4pPr indent="-330200" lvl="3" marL="1828800" algn="l">
              <a:spcBef>
                <a:spcPts val="320"/>
              </a:spcBef>
              <a:spcAft>
                <a:spcPts val="0"/>
              </a:spcAft>
              <a:buClr>
                <a:schemeClr val="dk1"/>
              </a:buClr>
              <a:buSzPts val="1600"/>
              <a:buFont typeface="Helvetica Neue"/>
              <a:buChar char="–"/>
              <a:defRPr sz="1600"/>
            </a:lvl4pPr>
            <a:lvl5pPr indent="-330200" lvl="4" marL="2286000" algn="l">
              <a:spcBef>
                <a:spcPts val="320"/>
              </a:spcBef>
              <a:spcAft>
                <a:spcPts val="0"/>
              </a:spcAft>
              <a:buClr>
                <a:schemeClr val="dk1"/>
              </a:buClr>
              <a:buSzPts val="1600"/>
              <a:buFont typeface="Helvetica Neue"/>
              <a:buChar char="»"/>
              <a:defRPr sz="1600"/>
            </a:lvl5pPr>
            <a:lvl6pPr indent="-330200" lvl="5" marL="2743200" algn="l">
              <a:spcBef>
                <a:spcPts val="320"/>
              </a:spcBef>
              <a:spcAft>
                <a:spcPts val="0"/>
              </a:spcAft>
              <a:buClr>
                <a:schemeClr val="dk1"/>
              </a:buClr>
              <a:buSzPts val="1600"/>
              <a:buFont typeface="Helvetica Neue"/>
              <a:buChar char="»"/>
              <a:defRPr sz="1600"/>
            </a:lvl6pPr>
            <a:lvl7pPr indent="-330200" lvl="6" marL="3200400" algn="l">
              <a:spcBef>
                <a:spcPts val="320"/>
              </a:spcBef>
              <a:spcAft>
                <a:spcPts val="0"/>
              </a:spcAft>
              <a:buClr>
                <a:schemeClr val="dk1"/>
              </a:buClr>
              <a:buSzPts val="1600"/>
              <a:buFont typeface="Helvetica Neue"/>
              <a:buChar char="»"/>
              <a:defRPr sz="1600"/>
            </a:lvl7pPr>
            <a:lvl8pPr indent="-330200" lvl="7" marL="3657600" algn="l">
              <a:spcBef>
                <a:spcPts val="320"/>
              </a:spcBef>
              <a:spcAft>
                <a:spcPts val="0"/>
              </a:spcAft>
              <a:buClr>
                <a:schemeClr val="dk1"/>
              </a:buClr>
              <a:buSzPts val="1600"/>
              <a:buFont typeface="Helvetica Neue"/>
              <a:buChar char="»"/>
              <a:defRPr sz="1600"/>
            </a:lvl8pPr>
            <a:lvl9pPr indent="-330200" lvl="8" marL="4114800" algn="l">
              <a:spcBef>
                <a:spcPts val="320"/>
              </a:spcBef>
              <a:spcAft>
                <a:spcPts val="0"/>
              </a:spcAft>
              <a:buClr>
                <a:schemeClr val="dk1"/>
              </a:buClr>
              <a:buSzPts val="1600"/>
              <a:buFont typeface="Helvetica Neue"/>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48"/>
          <p:cNvSpPr txBox="1"/>
          <p:nvPr>
            <p:ph type="title"/>
          </p:nvPr>
        </p:nvSpPr>
        <p:spPr>
          <a:xfrm>
            <a:off x="431817" y="980728"/>
            <a:ext cx="9984664" cy="5760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50"/>
          <p:cNvSpPr txBox="1"/>
          <p:nvPr>
            <p:ph type="title"/>
          </p:nvPr>
        </p:nvSpPr>
        <p:spPr>
          <a:xfrm>
            <a:off x="609617" y="1594874"/>
            <a:ext cx="4011084" cy="116205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0"/>
          <p:cNvSpPr txBox="1"/>
          <p:nvPr>
            <p:ph idx="1" type="body"/>
          </p:nvPr>
        </p:nvSpPr>
        <p:spPr>
          <a:xfrm>
            <a:off x="4766733" y="1594882"/>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Helvetica Neue"/>
              <a:buChar char="•"/>
              <a:defRPr sz="3200"/>
            </a:lvl1pPr>
            <a:lvl2pPr indent="-406400" lvl="1" marL="914400" algn="l">
              <a:spcBef>
                <a:spcPts val="560"/>
              </a:spcBef>
              <a:spcAft>
                <a:spcPts val="0"/>
              </a:spcAft>
              <a:buClr>
                <a:schemeClr val="dk1"/>
              </a:buClr>
              <a:buSzPts val="2800"/>
              <a:buFont typeface="Helvetica Neue"/>
              <a:buChar char="–"/>
              <a:defRPr sz="2800"/>
            </a:lvl2pPr>
            <a:lvl3pPr indent="-381000" lvl="2" marL="1371600" algn="l">
              <a:spcBef>
                <a:spcPts val="480"/>
              </a:spcBef>
              <a:spcAft>
                <a:spcPts val="0"/>
              </a:spcAft>
              <a:buClr>
                <a:schemeClr val="dk1"/>
              </a:buClr>
              <a:buSzPts val="2400"/>
              <a:buFont typeface="Helvetica Neue"/>
              <a:buChar char="•"/>
              <a:defRPr sz="2400"/>
            </a:lvl3pPr>
            <a:lvl4pPr indent="-355600" lvl="3" marL="1828800" algn="l">
              <a:spcBef>
                <a:spcPts val="400"/>
              </a:spcBef>
              <a:spcAft>
                <a:spcPts val="0"/>
              </a:spcAft>
              <a:buClr>
                <a:schemeClr val="dk1"/>
              </a:buClr>
              <a:buSzPts val="2000"/>
              <a:buFont typeface="Helvetica Neue"/>
              <a:buChar char="–"/>
              <a:defRPr sz="2000"/>
            </a:lvl4pPr>
            <a:lvl5pPr indent="-355600" lvl="4" marL="2286000" algn="l">
              <a:spcBef>
                <a:spcPts val="400"/>
              </a:spcBef>
              <a:spcAft>
                <a:spcPts val="0"/>
              </a:spcAft>
              <a:buClr>
                <a:schemeClr val="dk1"/>
              </a:buClr>
              <a:buSzPts val="2000"/>
              <a:buFont typeface="Helvetica Neue"/>
              <a:buChar char="»"/>
              <a:defRPr sz="2000"/>
            </a:lvl5pPr>
            <a:lvl6pPr indent="-355600" lvl="5" marL="2743200" algn="l">
              <a:spcBef>
                <a:spcPts val="400"/>
              </a:spcBef>
              <a:spcAft>
                <a:spcPts val="0"/>
              </a:spcAft>
              <a:buClr>
                <a:schemeClr val="dk1"/>
              </a:buClr>
              <a:buSzPts val="2000"/>
              <a:buFont typeface="Helvetica Neue"/>
              <a:buChar char="»"/>
              <a:defRPr sz="2000"/>
            </a:lvl6pPr>
            <a:lvl7pPr indent="-355600" lvl="6" marL="3200400" algn="l">
              <a:spcBef>
                <a:spcPts val="400"/>
              </a:spcBef>
              <a:spcAft>
                <a:spcPts val="0"/>
              </a:spcAft>
              <a:buClr>
                <a:schemeClr val="dk1"/>
              </a:buClr>
              <a:buSzPts val="2000"/>
              <a:buFont typeface="Helvetica Neue"/>
              <a:buChar char="»"/>
              <a:defRPr sz="2000"/>
            </a:lvl7pPr>
            <a:lvl8pPr indent="-355600" lvl="7" marL="3657600" algn="l">
              <a:spcBef>
                <a:spcPts val="400"/>
              </a:spcBef>
              <a:spcAft>
                <a:spcPts val="0"/>
              </a:spcAft>
              <a:buClr>
                <a:schemeClr val="dk1"/>
              </a:buClr>
              <a:buSzPts val="2000"/>
              <a:buFont typeface="Helvetica Neue"/>
              <a:buChar char="»"/>
              <a:defRPr sz="2000"/>
            </a:lvl8pPr>
            <a:lvl9pPr indent="-355600" lvl="8" marL="4114800" algn="l">
              <a:spcBef>
                <a:spcPts val="400"/>
              </a:spcBef>
              <a:spcAft>
                <a:spcPts val="0"/>
              </a:spcAft>
              <a:buClr>
                <a:schemeClr val="dk1"/>
              </a:buClr>
              <a:buSzPts val="2000"/>
              <a:buFont typeface="Helvetica Neue"/>
              <a:buChar char="»"/>
              <a:defRPr sz="2000"/>
            </a:lvl9pPr>
          </a:lstStyle>
          <a:p/>
        </p:txBody>
      </p:sp>
      <p:sp>
        <p:nvSpPr>
          <p:cNvPr id="37" name="Google Shape;37;p50"/>
          <p:cNvSpPr txBox="1"/>
          <p:nvPr>
            <p:ph idx="2" type="body"/>
          </p:nvPr>
        </p:nvSpPr>
        <p:spPr>
          <a:xfrm>
            <a:off x="609617" y="2756932"/>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Helvetica Neue"/>
              <a:buNone/>
              <a:defRPr sz="1400"/>
            </a:lvl1pPr>
            <a:lvl2pPr indent="-228600" lvl="1" marL="914400" algn="l">
              <a:spcBef>
                <a:spcPts val="240"/>
              </a:spcBef>
              <a:spcAft>
                <a:spcPts val="0"/>
              </a:spcAft>
              <a:buClr>
                <a:schemeClr val="dk1"/>
              </a:buClr>
              <a:buSzPts val="1200"/>
              <a:buFont typeface="Helvetica Neue"/>
              <a:buNone/>
              <a:defRPr sz="1200"/>
            </a:lvl2pPr>
            <a:lvl3pPr indent="-228600" lvl="2" marL="1371600" algn="l">
              <a:spcBef>
                <a:spcPts val="200"/>
              </a:spcBef>
              <a:spcAft>
                <a:spcPts val="0"/>
              </a:spcAft>
              <a:buClr>
                <a:schemeClr val="dk1"/>
              </a:buClr>
              <a:buSzPts val="1000"/>
              <a:buFont typeface="Helvetica Neue"/>
              <a:buNone/>
              <a:defRPr sz="1000"/>
            </a:lvl3pPr>
            <a:lvl4pPr indent="-228600" lvl="3" marL="1828800" algn="l">
              <a:spcBef>
                <a:spcPts val="180"/>
              </a:spcBef>
              <a:spcAft>
                <a:spcPts val="0"/>
              </a:spcAft>
              <a:buClr>
                <a:schemeClr val="dk1"/>
              </a:buClr>
              <a:buSzPts val="900"/>
              <a:buFont typeface="Helvetica Neue"/>
              <a:buNone/>
              <a:defRPr sz="900"/>
            </a:lvl4pPr>
            <a:lvl5pPr indent="-228600" lvl="4" marL="2286000" algn="l">
              <a:spcBef>
                <a:spcPts val="180"/>
              </a:spcBef>
              <a:spcAft>
                <a:spcPts val="0"/>
              </a:spcAft>
              <a:buClr>
                <a:schemeClr val="dk1"/>
              </a:buClr>
              <a:buSzPts val="900"/>
              <a:buFont typeface="Helvetica Neue"/>
              <a:buNone/>
              <a:defRPr sz="900"/>
            </a:lvl5pPr>
            <a:lvl6pPr indent="-228600" lvl="5" marL="2743200" algn="l">
              <a:spcBef>
                <a:spcPts val="180"/>
              </a:spcBef>
              <a:spcAft>
                <a:spcPts val="0"/>
              </a:spcAft>
              <a:buClr>
                <a:schemeClr val="dk1"/>
              </a:buClr>
              <a:buSzPts val="900"/>
              <a:buFont typeface="Helvetica Neue"/>
              <a:buNone/>
              <a:defRPr sz="900"/>
            </a:lvl6pPr>
            <a:lvl7pPr indent="-228600" lvl="6" marL="3200400" algn="l">
              <a:spcBef>
                <a:spcPts val="180"/>
              </a:spcBef>
              <a:spcAft>
                <a:spcPts val="0"/>
              </a:spcAft>
              <a:buClr>
                <a:schemeClr val="dk1"/>
              </a:buClr>
              <a:buSzPts val="900"/>
              <a:buFont typeface="Helvetica Neue"/>
              <a:buNone/>
              <a:defRPr sz="900"/>
            </a:lvl7pPr>
            <a:lvl8pPr indent="-228600" lvl="7" marL="3657600" algn="l">
              <a:spcBef>
                <a:spcPts val="180"/>
              </a:spcBef>
              <a:spcAft>
                <a:spcPts val="0"/>
              </a:spcAft>
              <a:buClr>
                <a:schemeClr val="dk1"/>
              </a:buClr>
              <a:buSzPts val="900"/>
              <a:buFont typeface="Helvetica Neue"/>
              <a:buNone/>
              <a:defRPr sz="900"/>
            </a:lvl8pPr>
            <a:lvl9pPr indent="-228600" lvl="8" marL="4114800" algn="l">
              <a:spcBef>
                <a:spcPts val="180"/>
              </a:spcBef>
              <a:spcAft>
                <a:spcPts val="0"/>
              </a:spcAft>
              <a:buClr>
                <a:schemeClr val="dk1"/>
              </a:buClr>
              <a:buSzPts val="900"/>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8" name="Shape 38"/>
        <p:cNvGrpSpPr/>
        <p:nvPr/>
      </p:nvGrpSpPr>
      <p:grpSpPr>
        <a:xfrm>
          <a:off x="0" y="0"/>
          <a:ext cx="0" cy="0"/>
          <a:chOff x="0" y="0"/>
          <a:chExt cx="0" cy="0"/>
        </a:xfrm>
      </p:grpSpPr>
      <p:sp>
        <p:nvSpPr>
          <p:cNvPr id="39" name="Google Shape;39;p51"/>
          <p:cNvSpPr txBox="1"/>
          <p:nvPr>
            <p:ph type="title"/>
          </p:nvPr>
        </p:nvSpPr>
        <p:spPr>
          <a:xfrm>
            <a:off x="2389717" y="4800602"/>
            <a:ext cx="7315200" cy="566739"/>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1"/>
          <p:cNvSpPr/>
          <p:nvPr>
            <p:ph idx="2" type="pic"/>
          </p:nvPr>
        </p:nvSpPr>
        <p:spPr>
          <a:xfrm>
            <a:off x="2389717" y="1604803"/>
            <a:ext cx="7315200" cy="3122777"/>
          </a:xfrm>
          <a:prstGeom prst="rect">
            <a:avLst/>
          </a:prstGeom>
          <a:noFill/>
          <a:ln>
            <a:noFill/>
          </a:ln>
        </p:spPr>
      </p:sp>
      <p:sp>
        <p:nvSpPr>
          <p:cNvPr id="41" name="Google Shape;41;p51"/>
          <p:cNvSpPr txBox="1"/>
          <p:nvPr>
            <p:ph idx="1" type="body"/>
          </p:nvPr>
        </p:nvSpPr>
        <p:spPr>
          <a:xfrm>
            <a:off x="2389717" y="5367346"/>
            <a:ext cx="7315200" cy="8048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Helvetica Neue"/>
              <a:buNone/>
              <a:defRPr sz="1400"/>
            </a:lvl1pPr>
            <a:lvl2pPr indent="-228600" lvl="1" marL="914400" algn="l">
              <a:spcBef>
                <a:spcPts val="240"/>
              </a:spcBef>
              <a:spcAft>
                <a:spcPts val="0"/>
              </a:spcAft>
              <a:buClr>
                <a:schemeClr val="dk1"/>
              </a:buClr>
              <a:buSzPts val="1200"/>
              <a:buFont typeface="Helvetica Neue"/>
              <a:buNone/>
              <a:defRPr sz="1200"/>
            </a:lvl2pPr>
            <a:lvl3pPr indent="-228600" lvl="2" marL="1371600" algn="l">
              <a:spcBef>
                <a:spcPts val="200"/>
              </a:spcBef>
              <a:spcAft>
                <a:spcPts val="0"/>
              </a:spcAft>
              <a:buClr>
                <a:schemeClr val="dk1"/>
              </a:buClr>
              <a:buSzPts val="1000"/>
              <a:buFont typeface="Helvetica Neue"/>
              <a:buNone/>
              <a:defRPr sz="1000"/>
            </a:lvl3pPr>
            <a:lvl4pPr indent="-228600" lvl="3" marL="1828800" algn="l">
              <a:spcBef>
                <a:spcPts val="180"/>
              </a:spcBef>
              <a:spcAft>
                <a:spcPts val="0"/>
              </a:spcAft>
              <a:buClr>
                <a:schemeClr val="dk1"/>
              </a:buClr>
              <a:buSzPts val="900"/>
              <a:buFont typeface="Helvetica Neue"/>
              <a:buNone/>
              <a:defRPr sz="900"/>
            </a:lvl4pPr>
            <a:lvl5pPr indent="-228600" lvl="4" marL="2286000" algn="l">
              <a:spcBef>
                <a:spcPts val="180"/>
              </a:spcBef>
              <a:spcAft>
                <a:spcPts val="0"/>
              </a:spcAft>
              <a:buClr>
                <a:schemeClr val="dk1"/>
              </a:buClr>
              <a:buSzPts val="900"/>
              <a:buFont typeface="Helvetica Neue"/>
              <a:buNone/>
              <a:defRPr sz="900"/>
            </a:lvl5pPr>
            <a:lvl6pPr indent="-228600" lvl="5" marL="2743200" algn="l">
              <a:spcBef>
                <a:spcPts val="180"/>
              </a:spcBef>
              <a:spcAft>
                <a:spcPts val="0"/>
              </a:spcAft>
              <a:buClr>
                <a:schemeClr val="dk1"/>
              </a:buClr>
              <a:buSzPts val="900"/>
              <a:buFont typeface="Helvetica Neue"/>
              <a:buNone/>
              <a:defRPr sz="900"/>
            </a:lvl6pPr>
            <a:lvl7pPr indent="-228600" lvl="6" marL="3200400" algn="l">
              <a:spcBef>
                <a:spcPts val="180"/>
              </a:spcBef>
              <a:spcAft>
                <a:spcPts val="0"/>
              </a:spcAft>
              <a:buClr>
                <a:schemeClr val="dk1"/>
              </a:buClr>
              <a:buSzPts val="900"/>
              <a:buFont typeface="Helvetica Neue"/>
              <a:buNone/>
              <a:defRPr sz="900"/>
            </a:lvl7pPr>
            <a:lvl8pPr indent="-228600" lvl="7" marL="3657600" algn="l">
              <a:spcBef>
                <a:spcPts val="180"/>
              </a:spcBef>
              <a:spcAft>
                <a:spcPts val="0"/>
              </a:spcAft>
              <a:buClr>
                <a:schemeClr val="dk1"/>
              </a:buClr>
              <a:buSzPts val="900"/>
              <a:buFont typeface="Helvetica Neue"/>
              <a:buNone/>
              <a:defRPr sz="900"/>
            </a:lvl8pPr>
            <a:lvl9pPr indent="-228600" lvl="8" marL="4114800" algn="l">
              <a:spcBef>
                <a:spcPts val="180"/>
              </a:spcBef>
              <a:spcAft>
                <a:spcPts val="0"/>
              </a:spcAft>
              <a:buClr>
                <a:schemeClr val="dk1"/>
              </a:buClr>
              <a:buSzPts val="900"/>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52"/>
          <p:cNvSpPr txBox="1"/>
          <p:nvPr>
            <p:ph type="title"/>
          </p:nvPr>
        </p:nvSpPr>
        <p:spPr>
          <a:xfrm>
            <a:off x="431817" y="980728"/>
            <a:ext cx="9984664" cy="5760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2"/>
          <p:cNvSpPr txBox="1"/>
          <p:nvPr>
            <p:ph idx="1" type="body"/>
          </p:nvPr>
        </p:nvSpPr>
        <p:spPr>
          <a:xfrm rot="5400000">
            <a:off x="3528113" y="-1467494"/>
            <a:ext cx="5040560" cy="11233151"/>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5" name="Shape 45"/>
        <p:cNvGrpSpPr/>
        <p:nvPr/>
      </p:nvGrpSpPr>
      <p:grpSpPr>
        <a:xfrm>
          <a:off x="0" y="0"/>
          <a:ext cx="0" cy="0"/>
          <a:chOff x="0" y="0"/>
          <a:chExt cx="0" cy="0"/>
        </a:xfrm>
      </p:grpSpPr>
      <p:sp>
        <p:nvSpPr>
          <p:cNvPr id="46" name="Google Shape;46;p53"/>
          <p:cNvSpPr txBox="1"/>
          <p:nvPr>
            <p:ph type="title"/>
          </p:nvPr>
        </p:nvSpPr>
        <p:spPr>
          <a:xfrm rot="5400000">
            <a:off x="7530323" y="2318547"/>
            <a:ext cx="5462588" cy="28067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 type="body"/>
          </p:nvPr>
        </p:nvSpPr>
        <p:spPr>
          <a:xfrm rot="5400000">
            <a:off x="1812131" y="-389728"/>
            <a:ext cx="5462588" cy="8223251"/>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8" name="Shape 48"/>
        <p:cNvGrpSpPr/>
        <p:nvPr/>
      </p:nvGrpSpPr>
      <p:grpSpPr>
        <a:xfrm>
          <a:off x="0" y="0"/>
          <a:ext cx="0" cy="0"/>
          <a:chOff x="0" y="0"/>
          <a:chExt cx="0" cy="0"/>
        </a:xfrm>
      </p:grpSpPr>
      <p:sp>
        <p:nvSpPr>
          <p:cNvPr id="49" name="Google Shape;49;p54"/>
          <p:cNvSpPr txBox="1"/>
          <p:nvPr>
            <p:ph type="title"/>
          </p:nvPr>
        </p:nvSpPr>
        <p:spPr>
          <a:xfrm>
            <a:off x="838200" y="460126"/>
            <a:ext cx="10515600" cy="63719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i="0" sz="2700" cap="none">
                <a:solidFill>
                  <a:srgbClr val="000000"/>
                </a:solidFill>
                <a:latin typeface="Arial Black"/>
                <a:ea typeface="Arial Black"/>
                <a:cs typeface="Arial Black"/>
                <a:sym typeface="Arial Blac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4"/>
          <p:cNvSpPr txBox="1"/>
          <p:nvPr>
            <p:ph idx="1" type="body"/>
          </p:nvPr>
        </p:nvSpPr>
        <p:spPr>
          <a:xfrm>
            <a:off x="838200" y="1644163"/>
            <a:ext cx="10515600" cy="4532801"/>
          </a:xfrm>
          <a:prstGeom prst="rect">
            <a:avLst/>
          </a:prstGeom>
          <a:noFill/>
          <a:ln>
            <a:noFill/>
          </a:ln>
        </p:spPr>
        <p:txBody>
          <a:bodyPr anchorCtr="0" anchor="t" bIns="45700" lIns="91425" spcFirstLastPara="1" rIns="91425" wrap="square" tIns="45700">
            <a:noAutofit/>
          </a:bodyPr>
          <a:lstStyle>
            <a:lvl1pPr indent="-431800" lvl="0" marL="457200" algn="l">
              <a:spcBef>
                <a:spcPts val="750"/>
              </a:spcBef>
              <a:spcAft>
                <a:spcPts val="0"/>
              </a:spcAft>
              <a:buClr>
                <a:srgbClr val="3359EC"/>
              </a:buClr>
              <a:buSzPts val="3200"/>
              <a:buFont typeface="Arial"/>
              <a:buChar char="•"/>
              <a:defRPr b="0" i="0">
                <a:solidFill>
                  <a:srgbClr val="000000"/>
                </a:solidFill>
                <a:latin typeface="Arial"/>
                <a:ea typeface="Arial"/>
                <a:cs typeface="Arial"/>
                <a:sym typeface="Arial"/>
              </a:defRPr>
            </a:lvl1pPr>
            <a:lvl2pPr indent="-406400" lvl="1" marL="914400" algn="l">
              <a:spcBef>
                <a:spcPts val="750"/>
              </a:spcBef>
              <a:spcAft>
                <a:spcPts val="0"/>
              </a:spcAft>
              <a:buClr>
                <a:srgbClr val="3359EC"/>
              </a:buClr>
              <a:buSzPts val="2800"/>
              <a:buFont typeface="Arial"/>
              <a:buChar char="–"/>
              <a:defRPr b="0" i="0">
                <a:solidFill>
                  <a:srgbClr val="000000"/>
                </a:solidFill>
                <a:latin typeface="Arial"/>
                <a:ea typeface="Arial"/>
                <a:cs typeface="Arial"/>
                <a:sym typeface="Arial"/>
              </a:defRPr>
            </a:lvl2pPr>
            <a:lvl3pPr indent="-381000" lvl="2" marL="1371600" algn="l">
              <a:spcBef>
                <a:spcPts val="750"/>
              </a:spcBef>
              <a:spcAft>
                <a:spcPts val="0"/>
              </a:spcAft>
              <a:buClr>
                <a:srgbClr val="3359EC"/>
              </a:buClr>
              <a:buSzPts val="2400"/>
              <a:buFont typeface="Arial"/>
              <a:buChar char="•"/>
              <a:defRPr b="0" i="0">
                <a:solidFill>
                  <a:srgbClr val="000000"/>
                </a:solidFill>
                <a:latin typeface="Arial"/>
                <a:ea typeface="Arial"/>
                <a:cs typeface="Arial"/>
                <a:sym typeface="Arial"/>
              </a:defRPr>
            </a:lvl3pPr>
            <a:lvl4pPr indent="-355600" lvl="3" marL="1828800" algn="l">
              <a:spcBef>
                <a:spcPts val="750"/>
              </a:spcBef>
              <a:spcAft>
                <a:spcPts val="0"/>
              </a:spcAft>
              <a:buClr>
                <a:srgbClr val="3359EC"/>
              </a:buClr>
              <a:buSzPts val="2000"/>
              <a:buFont typeface="Arial"/>
              <a:buChar char="–"/>
              <a:defRPr b="0" i="0">
                <a:solidFill>
                  <a:srgbClr val="000000"/>
                </a:solidFill>
                <a:latin typeface="Arial"/>
                <a:ea typeface="Arial"/>
                <a:cs typeface="Arial"/>
                <a:sym typeface="Arial"/>
              </a:defRPr>
            </a:lvl4pPr>
            <a:lvl5pPr indent="-355600" lvl="4" marL="2286000" algn="l">
              <a:spcBef>
                <a:spcPts val="750"/>
              </a:spcBef>
              <a:spcAft>
                <a:spcPts val="0"/>
              </a:spcAft>
              <a:buClr>
                <a:srgbClr val="3359EC"/>
              </a:buClr>
              <a:buSzPts val="2000"/>
              <a:buFont typeface="Arial"/>
              <a:buChar char="»"/>
              <a:defRPr b="0" i="0">
                <a:solidFill>
                  <a:srgbClr val="000000"/>
                </a:solidFill>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54"/>
          <p:cNvSpPr txBox="1"/>
          <p:nvPr>
            <p:ph idx="11" type="ftr"/>
          </p:nvPr>
        </p:nvSpPr>
        <p:spPr>
          <a:xfrm>
            <a:off x="3742594" y="6356351"/>
            <a:ext cx="4706815"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54"/>
          <p:cNvSpPr txBox="1"/>
          <p:nvPr>
            <p:ph idx="12" type="sldNum"/>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spcAft>
                <a:spcPts val="0"/>
              </a:spcAft>
              <a:buNone/>
              <a:defRPr sz="900">
                <a:solidFill>
                  <a:srgbClr val="888888"/>
                </a:solidFill>
                <a:latin typeface="Arial"/>
                <a:ea typeface="Arial"/>
                <a:cs typeface="Arial"/>
                <a:sym typeface="Arial"/>
              </a:defRPr>
            </a:lvl1pPr>
            <a:lvl2pPr indent="0" lvl="1" marL="0" marR="0" rtl="0" algn="l">
              <a:spcBef>
                <a:spcPts val="0"/>
              </a:spcBef>
              <a:spcAft>
                <a:spcPts val="0"/>
              </a:spcAft>
              <a:buNone/>
              <a:defRPr sz="900">
                <a:solidFill>
                  <a:srgbClr val="888888"/>
                </a:solidFill>
                <a:latin typeface="Arial"/>
                <a:ea typeface="Arial"/>
                <a:cs typeface="Arial"/>
                <a:sym typeface="Arial"/>
              </a:defRPr>
            </a:lvl2pPr>
            <a:lvl3pPr indent="0" lvl="2" marL="0" marR="0" rtl="0" algn="l">
              <a:spcBef>
                <a:spcPts val="0"/>
              </a:spcBef>
              <a:spcAft>
                <a:spcPts val="0"/>
              </a:spcAft>
              <a:buNone/>
              <a:defRPr sz="900">
                <a:solidFill>
                  <a:srgbClr val="888888"/>
                </a:solidFill>
                <a:latin typeface="Arial"/>
                <a:ea typeface="Arial"/>
                <a:cs typeface="Arial"/>
                <a:sym typeface="Arial"/>
              </a:defRPr>
            </a:lvl3pPr>
            <a:lvl4pPr indent="0" lvl="3" marL="0" marR="0" rtl="0" algn="l">
              <a:spcBef>
                <a:spcPts val="0"/>
              </a:spcBef>
              <a:spcAft>
                <a:spcPts val="0"/>
              </a:spcAft>
              <a:buNone/>
              <a:defRPr sz="900">
                <a:solidFill>
                  <a:srgbClr val="888888"/>
                </a:solidFill>
                <a:latin typeface="Arial"/>
                <a:ea typeface="Arial"/>
                <a:cs typeface="Arial"/>
                <a:sym typeface="Arial"/>
              </a:defRPr>
            </a:lvl4pPr>
            <a:lvl5pPr indent="0" lvl="4" marL="0" marR="0" rtl="0" algn="l">
              <a:spcBef>
                <a:spcPts val="0"/>
              </a:spcBef>
              <a:spcAft>
                <a:spcPts val="0"/>
              </a:spcAft>
              <a:buNone/>
              <a:defRPr sz="900">
                <a:solidFill>
                  <a:srgbClr val="888888"/>
                </a:solidFill>
                <a:latin typeface="Arial"/>
                <a:ea typeface="Arial"/>
                <a:cs typeface="Arial"/>
                <a:sym typeface="Arial"/>
              </a:defRPr>
            </a:lvl5pPr>
            <a:lvl6pPr indent="0" lvl="5" marL="0" marR="0" rtl="0" algn="l">
              <a:spcBef>
                <a:spcPts val="0"/>
              </a:spcBef>
              <a:spcAft>
                <a:spcPts val="0"/>
              </a:spcAft>
              <a:buNone/>
              <a:defRPr sz="900">
                <a:solidFill>
                  <a:srgbClr val="888888"/>
                </a:solidFill>
                <a:latin typeface="Arial"/>
                <a:ea typeface="Arial"/>
                <a:cs typeface="Arial"/>
                <a:sym typeface="Arial"/>
              </a:defRPr>
            </a:lvl6pPr>
            <a:lvl7pPr indent="0" lvl="6" marL="0" marR="0" rtl="0" algn="l">
              <a:spcBef>
                <a:spcPts val="0"/>
              </a:spcBef>
              <a:spcAft>
                <a:spcPts val="0"/>
              </a:spcAft>
              <a:buNone/>
              <a:defRPr sz="900">
                <a:solidFill>
                  <a:srgbClr val="888888"/>
                </a:solidFill>
                <a:latin typeface="Arial"/>
                <a:ea typeface="Arial"/>
                <a:cs typeface="Arial"/>
                <a:sym typeface="Arial"/>
              </a:defRPr>
            </a:lvl7pPr>
            <a:lvl8pPr indent="0" lvl="7" marL="0" marR="0" rtl="0" algn="l">
              <a:spcBef>
                <a:spcPts val="0"/>
              </a:spcBef>
              <a:spcAft>
                <a:spcPts val="0"/>
              </a:spcAft>
              <a:buNone/>
              <a:defRPr sz="900">
                <a:solidFill>
                  <a:srgbClr val="888888"/>
                </a:solidFill>
                <a:latin typeface="Arial"/>
                <a:ea typeface="Arial"/>
                <a:cs typeface="Arial"/>
                <a:sym typeface="Arial"/>
              </a:defRPr>
            </a:lvl8pPr>
            <a:lvl9pPr indent="0" lvl="8" marL="0" marR="0" rtl="0" algn="l">
              <a:spcBef>
                <a:spcPts val="0"/>
              </a:spcBef>
              <a:spcAft>
                <a:spcPts val="0"/>
              </a:spcAft>
              <a:buNone/>
              <a:defRPr sz="900">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53" name="Google Shape;53;p54"/>
          <p:cNvSpPr txBox="1"/>
          <p:nvPr>
            <p:ph idx="2" type="subTitle"/>
          </p:nvPr>
        </p:nvSpPr>
        <p:spPr>
          <a:xfrm>
            <a:off x="838200" y="1107373"/>
            <a:ext cx="10515600" cy="369276"/>
          </a:xfrm>
          <a:prstGeom prst="rect">
            <a:avLst/>
          </a:prstGeom>
          <a:noFill/>
          <a:ln>
            <a:noFill/>
          </a:ln>
        </p:spPr>
        <p:txBody>
          <a:bodyPr anchorCtr="0" anchor="ctr" bIns="45700" lIns="91425" spcFirstLastPara="1" rIns="91425" wrap="square" tIns="45700">
            <a:noAutofit/>
          </a:bodyPr>
          <a:lstStyle>
            <a:lvl1pPr lvl="0" algn="l">
              <a:spcBef>
                <a:spcPts val="360"/>
              </a:spcBef>
              <a:spcAft>
                <a:spcPts val="0"/>
              </a:spcAft>
              <a:buClr>
                <a:srgbClr val="000000"/>
              </a:buClr>
              <a:buSzPts val="1800"/>
              <a:buFont typeface="Arial"/>
              <a:buNone/>
              <a:defRPr b="0" i="1" sz="1800">
                <a:solidFill>
                  <a:srgbClr val="000000"/>
                </a:solidFill>
                <a:latin typeface="Arial"/>
                <a:ea typeface="Arial"/>
                <a:cs typeface="Arial"/>
                <a:sym typeface="Arial"/>
              </a:defRPr>
            </a:lvl1pPr>
            <a:lvl2pPr lvl="1" algn="ctr">
              <a:spcBef>
                <a:spcPts val="300"/>
              </a:spcBef>
              <a:spcAft>
                <a:spcPts val="0"/>
              </a:spcAft>
              <a:buClr>
                <a:schemeClr val="dk1"/>
              </a:buClr>
              <a:buSzPts val="1500"/>
              <a:buFont typeface="Helvetica Neue"/>
              <a:buNone/>
              <a:defRPr sz="1500"/>
            </a:lvl2pPr>
            <a:lvl3pPr lvl="2" algn="ctr">
              <a:spcBef>
                <a:spcPts val="270"/>
              </a:spcBef>
              <a:spcAft>
                <a:spcPts val="0"/>
              </a:spcAft>
              <a:buClr>
                <a:schemeClr val="dk1"/>
              </a:buClr>
              <a:buSzPts val="1350"/>
              <a:buFont typeface="Helvetica Neue"/>
              <a:buNone/>
              <a:defRPr sz="1350"/>
            </a:lvl3pPr>
            <a:lvl4pPr lvl="3" algn="ctr">
              <a:spcBef>
                <a:spcPts val="240"/>
              </a:spcBef>
              <a:spcAft>
                <a:spcPts val="0"/>
              </a:spcAft>
              <a:buClr>
                <a:schemeClr val="dk1"/>
              </a:buClr>
              <a:buSzPts val="1200"/>
              <a:buFont typeface="Helvetica Neue"/>
              <a:buNone/>
              <a:defRPr sz="1200"/>
            </a:lvl4pPr>
            <a:lvl5pPr lvl="4" algn="ctr">
              <a:spcBef>
                <a:spcPts val="240"/>
              </a:spcBef>
              <a:spcAft>
                <a:spcPts val="0"/>
              </a:spcAft>
              <a:buClr>
                <a:schemeClr val="dk1"/>
              </a:buClr>
              <a:buSzPts val="1200"/>
              <a:buFont typeface="Helvetica Neue"/>
              <a:buNone/>
              <a:defRPr sz="1200"/>
            </a:lvl5pPr>
            <a:lvl6pPr lvl="5" algn="ctr">
              <a:spcBef>
                <a:spcPts val="240"/>
              </a:spcBef>
              <a:spcAft>
                <a:spcPts val="0"/>
              </a:spcAft>
              <a:buClr>
                <a:schemeClr val="dk1"/>
              </a:buClr>
              <a:buSzPts val="1200"/>
              <a:buFont typeface="Helvetica Neue"/>
              <a:buNone/>
              <a:defRPr sz="1200"/>
            </a:lvl6pPr>
            <a:lvl7pPr lvl="6" algn="ctr">
              <a:spcBef>
                <a:spcPts val="240"/>
              </a:spcBef>
              <a:spcAft>
                <a:spcPts val="0"/>
              </a:spcAft>
              <a:buClr>
                <a:schemeClr val="dk1"/>
              </a:buClr>
              <a:buSzPts val="1200"/>
              <a:buFont typeface="Helvetica Neue"/>
              <a:buNone/>
              <a:defRPr sz="1200"/>
            </a:lvl7pPr>
            <a:lvl8pPr lvl="7" algn="ctr">
              <a:spcBef>
                <a:spcPts val="240"/>
              </a:spcBef>
              <a:spcAft>
                <a:spcPts val="0"/>
              </a:spcAft>
              <a:buClr>
                <a:schemeClr val="dk1"/>
              </a:buClr>
              <a:buSzPts val="1200"/>
              <a:buFont typeface="Helvetica Neue"/>
              <a:buNone/>
              <a:defRPr sz="1200"/>
            </a:lvl8pPr>
            <a:lvl9pPr lvl="8" algn="ctr">
              <a:spcBef>
                <a:spcPts val="240"/>
              </a:spcBef>
              <a:spcAft>
                <a:spcPts val="0"/>
              </a:spcAft>
              <a:buClr>
                <a:schemeClr val="dk1"/>
              </a:buClr>
              <a:buSzPts val="1200"/>
              <a:buFont typeface="Helvetica Neue"/>
              <a:buNone/>
              <a:defRPr sz="1200"/>
            </a:lvl9pPr>
          </a:lstStyle>
          <a:p/>
        </p:txBody>
      </p:sp>
      <p:pic>
        <p:nvPicPr>
          <p:cNvPr descr="Level Access Logo" id="54" name="Google Shape;54;p54"/>
          <p:cNvPicPr preferRelativeResize="0"/>
          <p:nvPr/>
        </p:nvPicPr>
        <p:blipFill rotWithShape="1">
          <a:blip r:embed="rId2">
            <a:alphaModFix/>
          </a:blip>
          <a:srcRect b="0" l="0" r="0" t="0"/>
          <a:stretch/>
        </p:blipFill>
        <p:spPr>
          <a:xfrm>
            <a:off x="10305537" y="6302169"/>
            <a:ext cx="1048265" cy="419306"/>
          </a:xfrm>
          <a:prstGeom prst="rect">
            <a:avLst/>
          </a:prstGeom>
          <a:noFill/>
          <a:ln>
            <a:noFill/>
          </a:ln>
        </p:spPr>
      </p:pic>
      <p:sp>
        <p:nvSpPr>
          <p:cNvPr id="55" name="Google Shape;55;p54"/>
          <p:cNvSpPr/>
          <p:nvPr/>
        </p:nvSpPr>
        <p:spPr>
          <a:xfrm>
            <a:off x="718038" y="1474177"/>
            <a:ext cx="10755927" cy="45719"/>
          </a:xfrm>
          <a:prstGeom prst="rect">
            <a:avLst/>
          </a:prstGeom>
          <a:solidFill>
            <a:srgbClr val="5DD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431817" y="980728"/>
            <a:ext cx="9984664" cy="5760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1pPr>
            <a:lvl2pPr lvl="1"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2pPr>
            <a:lvl3pPr lvl="2"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3pPr>
            <a:lvl4pPr lvl="3"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4pPr>
            <a:lvl5pPr lvl="4"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5pPr>
            <a:lvl6pPr lvl="5"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6pPr>
            <a:lvl7pPr lvl="6"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7pPr>
            <a:lvl8pPr lvl="7"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8pPr>
            <a:lvl9pPr lvl="8" marR="0" rtl="0" algn="l">
              <a:spcBef>
                <a:spcPts val="0"/>
              </a:spcBef>
              <a:spcAft>
                <a:spcPts val="0"/>
              </a:spcAft>
              <a:buSzPts val="1400"/>
              <a:buNone/>
              <a:defRPr b="0" i="0" sz="3600" u="none" cap="none" strike="noStrike">
                <a:solidFill>
                  <a:schemeClr val="dk2"/>
                </a:solidFill>
                <a:latin typeface="Rockwell"/>
                <a:ea typeface="Rockwell"/>
                <a:cs typeface="Rockwell"/>
                <a:sym typeface="Rockwell"/>
              </a:defRPr>
            </a:lvl9pPr>
          </a:lstStyle>
          <a:p/>
        </p:txBody>
      </p:sp>
      <p:sp>
        <p:nvSpPr>
          <p:cNvPr id="11" name="Google Shape;11;p42"/>
          <p:cNvSpPr txBox="1"/>
          <p:nvPr>
            <p:ph idx="1" type="body"/>
          </p:nvPr>
        </p:nvSpPr>
        <p:spPr>
          <a:xfrm>
            <a:off x="431817" y="1628801"/>
            <a:ext cx="11233151" cy="504056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Helvetica Neue"/>
              <a:buChar char="•"/>
              <a:defRPr b="0" i="0" sz="3200" u="none" cap="none" strike="noStrike">
                <a:solidFill>
                  <a:schemeClr val="dk1"/>
                </a:solidFill>
                <a:latin typeface="Helvetica Neue"/>
                <a:ea typeface="Helvetica Neue"/>
                <a:cs typeface="Helvetica Neue"/>
                <a:sym typeface="Helvetica Neue"/>
              </a:defRPr>
            </a:lvl1pPr>
            <a:lvl2pPr indent="-406400" lvl="1" marL="914400" marR="0" rtl="0" algn="l">
              <a:spcBef>
                <a:spcPts val="560"/>
              </a:spcBef>
              <a:spcAft>
                <a:spcPts val="0"/>
              </a:spcAft>
              <a:buClr>
                <a:schemeClr val="dk1"/>
              </a:buClr>
              <a:buSzPts val="2800"/>
              <a:buFont typeface="Helvetica Neue"/>
              <a:buChar char="–"/>
              <a:defRPr b="0" i="0" sz="2800" u="none" cap="none" strike="noStrike">
                <a:solidFill>
                  <a:schemeClr val="dk1"/>
                </a:solidFill>
                <a:latin typeface="Helvetica Neue"/>
                <a:ea typeface="Helvetica Neue"/>
                <a:cs typeface="Helvetica Neue"/>
                <a:sym typeface="Helvetica Neue"/>
              </a:defRPr>
            </a:lvl2pPr>
            <a:lvl3pPr indent="-381000" lvl="2" marL="1371600" marR="0" rtl="0" algn="l">
              <a:spcBef>
                <a:spcPts val="480"/>
              </a:spcBef>
              <a:spcAft>
                <a:spcPts val="0"/>
              </a:spcAft>
              <a:buClr>
                <a:schemeClr val="dk1"/>
              </a:buClr>
              <a:buSzPts val="2400"/>
              <a:buFont typeface="Helvetica Neue"/>
              <a:buChar char="•"/>
              <a:defRPr b="0" i="0" sz="2400" u="none" cap="none" strike="noStrike">
                <a:solidFill>
                  <a:schemeClr val="dk1"/>
                </a:solidFill>
                <a:latin typeface="Helvetica Neue"/>
                <a:ea typeface="Helvetica Neue"/>
                <a:cs typeface="Helvetica Neue"/>
                <a:sym typeface="Helvetica Neue"/>
              </a:defRPr>
            </a:lvl3pPr>
            <a:lvl4pPr indent="-355600" lvl="3" marL="18288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4pPr>
            <a:lvl5pPr indent="-355600" lvl="4" marL="22860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5pPr>
            <a:lvl6pPr indent="-355600" lvl="5" marL="27432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6pPr>
            <a:lvl7pPr indent="-355600" lvl="6" marL="32004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7pPr>
            <a:lvl8pPr indent="-355600" lvl="7" marL="36576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8pPr>
            <a:lvl9pPr indent="-355600" lvl="8" marL="4114800" marR="0" rtl="0" algn="l">
              <a:spcBef>
                <a:spcPts val="400"/>
              </a:spcBef>
              <a:spcAft>
                <a:spcPts val="0"/>
              </a:spcAft>
              <a:buClr>
                <a:schemeClr val="dk1"/>
              </a:buClr>
              <a:buSzPts val="2000"/>
              <a:buFont typeface="Helvetica Neue"/>
              <a:buChar char="»"/>
              <a:defRPr b="0" i="0" sz="200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527381" y="2512922"/>
            <a:ext cx="103632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sz="4400"/>
              <a:t>6CS005 High Performance Computing</a:t>
            </a:r>
            <a:endParaRPr sz="4400"/>
          </a:p>
        </p:txBody>
      </p:sp>
      <p:sp>
        <p:nvSpPr>
          <p:cNvPr id="61" name="Google Shape;61;p1"/>
          <p:cNvSpPr txBox="1"/>
          <p:nvPr>
            <p:ph idx="1" type="subTitle"/>
          </p:nvPr>
        </p:nvSpPr>
        <p:spPr>
          <a:xfrm>
            <a:off x="527381" y="4268688"/>
            <a:ext cx="8534400" cy="1752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C000"/>
              </a:buClr>
              <a:buSzPts val="3200"/>
              <a:buFont typeface="Rockwell"/>
              <a:buNone/>
            </a:pPr>
            <a:r>
              <a:rPr lang="en-GB"/>
              <a:t>Lecture 4 Multi-Programming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Review of Last Week's Content</a:t>
            </a:r>
            <a:endParaRPr/>
          </a:p>
        </p:txBody>
      </p:sp>
      <p:sp>
        <p:nvSpPr>
          <p:cNvPr id="67" name="Google Shape;67;p2"/>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Parallel Computing Overview</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Key Components of Parallel Computing</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Serial and Parallel Computing</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Sequential and Parallel Programming</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Relationship Between Tasks</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Classification of Computing Systems: Flynn’s Classification</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Enhancing Computational Efficiency: Key Objectives</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Classification of Computer Architecture by Memory Organization</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Homogeneous Computing</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Homogeneous Architecture</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Program, process, and Threads</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Context Switch</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Process States</a:t>
            </a:r>
            <a:endParaRPr/>
          </a:p>
          <a:p>
            <a:pPr indent="-342884" lvl="0" marL="342884" rtl="0" algn="l">
              <a:spcBef>
                <a:spcPts val="0"/>
              </a:spcBef>
              <a:spcAft>
                <a:spcPts val="0"/>
              </a:spcAft>
              <a:buClr>
                <a:schemeClr val="dk1"/>
              </a:buClr>
              <a:buSzPts val="3200"/>
              <a:buFont typeface="Courier New"/>
              <a:buChar char="•"/>
            </a:pPr>
            <a:r>
              <a:rPr lang="en-GB" sz="2300">
                <a:latin typeface="Courier New"/>
                <a:ea typeface="Courier New"/>
                <a:cs typeface="Courier New"/>
                <a:sym typeface="Courier New"/>
              </a:rPr>
              <a:t>Critical Section, Mutual Exclusion</a:t>
            </a:r>
            <a:endParaRPr/>
          </a:p>
          <a:p>
            <a:pPr indent="-139683" lvl="0" marL="342884" rtl="0" algn="l">
              <a:spcBef>
                <a:spcPts val="0"/>
              </a:spcBef>
              <a:spcAft>
                <a:spcPts val="0"/>
              </a:spcAft>
              <a:buClr>
                <a:schemeClr val="dk1"/>
              </a:buClr>
              <a:buSzPts val="3200"/>
              <a:buFont typeface="Helvetica Neue"/>
              <a:buNone/>
            </a:pPr>
            <a:r>
              <a:t/>
            </a:r>
            <a:endParaRPr sz="2300">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Multiprogramming</a:t>
            </a:r>
            <a:endParaRPr/>
          </a:p>
        </p:txBody>
      </p:sp>
      <p:sp>
        <p:nvSpPr>
          <p:cNvPr id="73" name="Google Shape;73;p3"/>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b="1" lang="en-GB"/>
              <a:t>Multiprogramming</a:t>
            </a:r>
            <a:r>
              <a:rPr lang="en-GB"/>
              <a:t> is an approach in operating systems where multiple programs (or processes) are loaded into memory and allowed to execute concurrently.</a:t>
            </a:r>
            <a:endParaRPr/>
          </a:p>
          <a:p>
            <a:pPr indent="-342884" lvl="0" marL="342884" rtl="0" algn="l">
              <a:spcBef>
                <a:spcPts val="640"/>
              </a:spcBef>
              <a:spcAft>
                <a:spcPts val="0"/>
              </a:spcAft>
              <a:buClr>
                <a:schemeClr val="dk1"/>
              </a:buClr>
              <a:buSzPts val="3200"/>
              <a:buFont typeface="Helvetica Neue"/>
              <a:buChar char="•"/>
            </a:pPr>
            <a:r>
              <a:rPr lang="en-GB"/>
              <a:t>It maximize CPU utilization by having the CPU work on another program when one is waiting for I/O.</a:t>
            </a:r>
            <a:endParaRPr/>
          </a:p>
          <a:p>
            <a:pPr indent="-342884" lvl="0" marL="342884" rtl="0" algn="l">
              <a:spcBef>
                <a:spcPts val="640"/>
              </a:spcBef>
              <a:spcAft>
                <a:spcPts val="0"/>
              </a:spcAft>
              <a:buClr>
                <a:schemeClr val="dk1"/>
              </a:buClr>
              <a:buSzPts val="3200"/>
              <a:buFont typeface="Helvetica Neue"/>
              <a:buChar char="•"/>
            </a:pPr>
            <a:r>
              <a:rPr lang="en-GB"/>
              <a:t>Without multiprogramming, the CPU would be idle whereas multiprogramming keeps the CPU busy.</a:t>
            </a:r>
            <a:endParaRPr/>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Contd…</a:t>
            </a:r>
            <a:endParaRPr/>
          </a:p>
        </p:txBody>
      </p:sp>
      <p:sp>
        <p:nvSpPr>
          <p:cNvPr id="79" name="Google Shape;79;p4"/>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b="1" lang="en-GB"/>
              <a:t>Multiprogramming</a:t>
            </a:r>
            <a:r>
              <a:rPr lang="en-GB"/>
              <a:t> enables </a:t>
            </a:r>
            <a:r>
              <a:rPr b="1" lang="en-GB"/>
              <a:t>concurrency</a:t>
            </a:r>
            <a:r>
              <a:rPr lang="en-GB"/>
              <a:t> by allowing multiple programs to share CPU time through context switching.</a:t>
            </a:r>
            <a:endParaRPr/>
          </a:p>
          <a:p>
            <a:pPr indent="-139683" lvl="0" marL="342884" rtl="0" algn="l">
              <a:spcBef>
                <a:spcPts val="640"/>
              </a:spcBef>
              <a:spcAft>
                <a:spcPts val="0"/>
              </a:spcAft>
              <a:buClr>
                <a:schemeClr val="dk1"/>
              </a:buClr>
              <a:buSzPts val="3200"/>
              <a:buFont typeface="Helvetica Neue"/>
              <a:buNone/>
            </a:pPr>
            <a:r>
              <a:t/>
            </a:r>
            <a:endParaRPr/>
          </a:p>
        </p:txBody>
      </p:sp>
      <p:pic>
        <p:nvPicPr>
          <p:cNvPr id="80" name="Google Shape;80;p4"/>
          <p:cNvPicPr preferRelativeResize="0"/>
          <p:nvPr/>
        </p:nvPicPr>
        <p:blipFill rotWithShape="1">
          <a:blip r:embed="rId3">
            <a:alphaModFix/>
          </a:blip>
          <a:srcRect b="0" l="0" r="0" t="0"/>
          <a:stretch/>
        </p:blipFill>
        <p:spPr>
          <a:xfrm>
            <a:off x="1415480" y="3141911"/>
            <a:ext cx="8980388" cy="21592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Contd…</a:t>
            </a:r>
            <a:endParaRPr/>
          </a:p>
        </p:txBody>
      </p:sp>
      <p:sp>
        <p:nvSpPr>
          <p:cNvPr id="86" name="Google Shape;86;p5"/>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b="1" lang="en-GB"/>
              <a:t>Multiprogramming</a:t>
            </a:r>
            <a:r>
              <a:rPr lang="en-GB"/>
              <a:t> can achieve </a:t>
            </a:r>
            <a:r>
              <a:rPr b="1" lang="en-GB"/>
              <a:t>parallelism</a:t>
            </a:r>
            <a:r>
              <a:rPr lang="en-GB"/>
              <a:t> if it runs on a multicore processor, where different programs execute on separate cores simultaneously.</a:t>
            </a:r>
            <a:endParaRPr/>
          </a:p>
        </p:txBody>
      </p:sp>
      <p:pic>
        <p:nvPicPr>
          <p:cNvPr id="87" name="Google Shape;87;p5"/>
          <p:cNvPicPr preferRelativeResize="0"/>
          <p:nvPr/>
        </p:nvPicPr>
        <p:blipFill rotWithShape="1">
          <a:blip r:embed="rId3">
            <a:alphaModFix/>
          </a:blip>
          <a:srcRect b="0" l="0" r="0" t="0"/>
          <a:stretch/>
        </p:blipFill>
        <p:spPr>
          <a:xfrm>
            <a:off x="1487488" y="2996952"/>
            <a:ext cx="7704856" cy="2355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Concurrency and Parallelism</a:t>
            </a:r>
            <a:endParaRPr/>
          </a:p>
        </p:txBody>
      </p:sp>
      <p:sp>
        <p:nvSpPr>
          <p:cNvPr id="93" name="Google Shape;93;p6"/>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4400"/>
              <a:buFont typeface="Helvetica Neue"/>
              <a:buChar char="•"/>
            </a:pPr>
            <a:r>
              <a:rPr lang="en-GB" sz="4400"/>
              <a:t>Three Main types of concurrent or parallel programming systems</a:t>
            </a:r>
            <a:endParaRPr/>
          </a:p>
          <a:p>
            <a:pPr indent="-742950" lvl="1" marL="1200127" rtl="0" algn="l">
              <a:spcBef>
                <a:spcPts val="640"/>
              </a:spcBef>
              <a:spcAft>
                <a:spcPts val="0"/>
              </a:spcAft>
              <a:buClr>
                <a:schemeClr val="dk1"/>
              </a:buClr>
              <a:buSzPts val="3200"/>
              <a:buFont typeface="Rockwell"/>
              <a:buAutoNum type="arabicPeriod"/>
            </a:pPr>
            <a:r>
              <a:rPr b="1" lang="en-GB" sz="3200"/>
              <a:t>Multitasking (Concurrent Processing)</a:t>
            </a:r>
            <a:r>
              <a:rPr lang="en-GB" sz="3200"/>
              <a:t> – Handling multiple tasks or processes concurrently.</a:t>
            </a:r>
            <a:endParaRPr b="1" sz="3200"/>
          </a:p>
          <a:p>
            <a:pPr indent="-742950" lvl="1" marL="1200127" rtl="0" algn="l">
              <a:spcBef>
                <a:spcPts val="640"/>
              </a:spcBef>
              <a:spcAft>
                <a:spcPts val="0"/>
              </a:spcAft>
              <a:buClr>
                <a:schemeClr val="dk1"/>
              </a:buClr>
              <a:buSzPts val="3200"/>
              <a:buFont typeface="Rockwell"/>
              <a:buAutoNum type="arabicPeriod"/>
            </a:pPr>
            <a:r>
              <a:rPr b="1" lang="en-GB" sz="3200"/>
              <a:t>Multithreading</a:t>
            </a:r>
            <a:r>
              <a:rPr lang="en-GB" sz="3200"/>
              <a:t> – Running multiple threads within a single process.</a:t>
            </a:r>
            <a:endParaRPr/>
          </a:p>
          <a:p>
            <a:pPr indent="-742950" lvl="1" marL="1200127" rtl="0" algn="l">
              <a:spcBef>
                <a:spcPts val="640"/>
              </a:spcBef>
              <a:spcAft>
                <a:spcPts val="0"/>
              </a:spcAft>
              <a:buClr>
                <a:schemeClr val="dk1"/>
              </a:buClr>
              <a:buSzPts val="3200"/>
              <a:buFont typeface="Rockwell"/>
              <a:buAutoNum type="arabicPeriod"/>
            </a:pPr>
            <a:r>
              <a:rPr b="1" lang="en-GB" sz="3200"/>
              <a:t>Distributed Computing</a:t>
            </a:r>
            <a:r>
              <a:rPr lang="en-GB" sz="3200"/>
              <a:t> – Executing tasks across multiple machines</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Multitasking</a:t>
            </a:r>
            <a:endParaRPr/>
          </a:p>
        </p:txBody>
      </p:sp>
      <p:sp>
        <p:nvSpPr>
          <p:cNvPr id="99" name="Google Shape;99;p7"/>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Multitasking is </a:t>
            </a:r>
            <a:r>
              <a:rPr b="1" lang="en-GB" u="sng"/>
              <a:t>running multiple programs </a:t>
            </a:r>
            <a:r>
              <a:rPr lang="en-GB"/>
              <a:t>at the same time a single operating system.</a:t>
            </a:r>
            <a:endParaRPr/>
          </a:p>
          <a:p>
            <a:pPr indent="-342884" lvl="0" marL="342884" rtl="0" algn="l">
              <a:spcBef>
                <a:spcPts val="640"/>
              </a:spcBef>
              <a:spcAft>
                <a:spcPts val="0"/>
              </a:spcAft>
              <a:buClr>
                <a:schemeClr val="dk1"/>
              </a:buClr>
              <a:buSzPts val="3200"/>
              <a:buFont typeface="Helvetica Neue"/>
              <a:buChar char="•"/>
            </a:pPr>
            <a:r>
              <a:rPr lang="en-GB"/>
              <a:t>On a single-core CPU computer, only one task/program is running at any one time on the CPU.</a:t>
            </a:r>
            <a:endParaRPr/>
          </a:p>
          <a:p>
            <a:pPr indent="-342884" lvl="0" marL="342884" rtl="0" algn="l">
              <a:spcBef>
                <a:spcPts val="640"/>
              </a:spcBef>
              <a:spcAft>
                <a:spcPts val="0"/>
              </a:spcAft>
              <a:buClr>
                <a:schemeClr val="dk1"/>
              </a:buClr>
              <a:buSzPts val="3200"/>
              <a:buFont typeface="Helvetica Neue"/>
              <a:buChar char="•"/>
            </a:pPr>
            <a:r>
              <a:rPr lang="en-GB"/>
              <a:t>At predetermined intervals, the operating system pauses the current task, saves its state and loads another task into the CPU an runs it.</a:t>
            </a:r>
            <a:endParaRPr/>
          </a:p>
          <a:p>
            <a:pPr indent="-342884" lvl="0" marL="342884" rtl="0" algn="l">
              <a:spcBef>
                <a:spcPts val="640"/>
              </a:spcBef>
              <a:spcAft>
                <a:spcPts val="0"/>
              </a:spcAft>
              <a:buClr>
                <a:schemeClr val="dk1"/>
              </a:buClr>
              <a:buSzPts val="3200"/>
              <a:buFont typeface="Helvetica Neue"/>
              <a:buChar char="•"/>
            </a:pPr>
            <a:r>
              <a:rPr lang="en-GB"/>
              <a:t>This is called </a:t>
            </a:r>
            <a:r>
              <a:rPr b="1" lang="en-GB" u="sng"/>
              <a:t>context-switching</a:t>
            </a:r>
            <a:r>
              <a:rPr lang="en-GB"/>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Multithreading</a:t>
            </a:r>
            <a:endParaRPr/>
          </a:p>
        </p:txBody>
      </p:sp>
      <p:sp>
        <p:nvSpPr>
          <p:cNvPr id="105" name="Google Shape;105;p8"/>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600"/>
              <a:buFont typeface="Helvetica Neue"/>
              <a:buChar char="•"/>
            </a:pPr>
            <a:r>
              <a:rPr lang="en-GB" sz="3600"/>
              <a:t>Multithreading is the </a:t>
            </a:r>
            <a:r>
              <a:rPr b="1" lang="en-GB" sz="3600" u="sng"/>
              <a:t>parallel execution </a:t>
            </a:r>
            <a:r>
              <a:rPr lang="en-GB" sz="3600"/>
              <a:t>of multiple instances of your program's code, within the </a:t>
            </a:r>
            <a:r>
              <a:rPr b="1" lang="en-GB" sz="3600" u="sng"/>
              <a:t>same process.</a:t>
            </a:r>
            <a:endParaRPr/>
          </a:p>
          <a:p>
            <a:pPr indent="-342884" lvl="0" marL="342884" rtl="0" algn="l">
              <a:spcBef>
                <a:spcPts val="720"/>
              </a:spcBef>
              <a:spcAft>
                <a:spcPts val="0"/>
              </a:spcAft>
              <a:buClr>
                <a:schemeClr val="dk1"/>
              </a:buClr>
              <a:buSzPts val="3600"/>
              <a:buFont typeface="Helvetica Neue"/>
              <a:buChar char="•"/>
            </a:pPr>
            <a:r>
              <a:rPr b="1" lang="en-GB" sz="3600" u="sng"/>
              <a:t>Multithreading is similar to multitasking</a:t>
            </a:r>
            <a:r>
              <a:rPr lang="en-GB" sz="3600"/>
              <a:t> </a:t>
            </a:r>
            <a:r>
              <a:rPr lang="en-GB" sz="3600">
                <a:solidFill>
                  <a:srgbClr val="FF0000"/>
                </a:solidFill>
              </a:rPr>
              <a:t>except</a:t>
            </a:r>
            <a:r>
              <a:rPr lang="en-GB" sz="3600"/>
              <a:t> that all the running programs(threads) share same the </a:t>
            </a:r>
            <a:r>
              <a:rPr b="1" lang="en-GB" sz="3600" u="sng"/>
              <a:t>same memory</a:t>
            </a:r>
            <a:r>
              <a:rPr lang="en-GB" sz="3600"/>
              <a:t>, the same variables and everything else in the program.</a:t>
            </a:r>
            <a:endParaRPr/>
          </a:p>
          <a:p>
            <a:pPr indent="-342884" lvl="0" marL="342884" rtl="0" algn="l">
              <a:spcBef>
                <a:spcPts val="720"/>
              </a:spcBef>
              <a:spcAft>
                <a:spcPts val="0"/>
              </a:spcAft>
              <a:buClr>
                <a:schemeClr val="dk1"/>
              </a:buClr>
              <a:buSzPts val="3600"/>
              <a:buFont typeface="Helvetica Neue"/>
              <a:buChar char="•"/>
            </a:pPr>
            <a:r>
              <a:rPr lang="en-GB" sz="3600"/>
              <a:t>The individual threads can have either </a:t>
            </a:r>
            <a:r>
              <a:rPr b="1" lang="en-GB" sz="3600"/>
              <a:t>little or high interactions</a:t>
            </a:r>
            <a:r>
              <a:rPr lang="en-GB" sz="3600"/>
              <a:t> with each other.</a:t>
            </a:r>
            <a:endParaRPr/>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Multithreading</a:t>
            </a:r>
            <a:endParaRPr/>
          </a:p>
        </p:txBody>
      </p:sp>
      <p:sp>
        <p:nvSpPr>
          <p:cNvPr id="111" name="Google Shape;111;p9"/>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a:bodyPr>
          <a:lstStyle/>
          <a:p>
            <a:pPr indent="-431783" lvl="0" marL="342883" rtl="0" algn="l">
              <a:lnSpc>
                <a:spcPct val="115000"/>
              </a:lnSpc>
              <a:spcBef>
                <a:spcPts val="800"/>
              </a:spcBef>
              <a:spcAft>
                <a:spcPts val="0"/>
              </a:spcAft>
              <a:buSzPts val="3200"/>
              <a:buChar char="•"/>
            </a:pPr>
            <a:r>
              <a:rPr lang="en-GB">
                <a:latin typeface="Arial"/>
                <a:ea typeface="Arial"/>
                <a:cs typeface="Arial"/>
                <a:sym typeface="Arial"/>
              </a:rPr>
              <a:t>Modern processor have more than one CPU core: </a:t>
            </a:r>
            <a:r>
              <a:rPr b="1" lang="en-GB">
                <a:latin typeface="Arial"/>
                <a:ea typeface="Arial"/>
                <a:cs typeface="Arial"/>
                <a:sym typeface="Arial"/>
              </a:rPr>
              <a:t>up to </a:t>
            </a:r>
            <a:r>
              <a:rPr b="1" lang="en-GB">
                <a:solidFill>
                  <a:srgbClr val="0F1111"/>
                </a:solidFill>
                <a:latin typeface="Arial"/>
                <a:ea typeface="Arial"/>
                <a:cs typeface="Arial"/>
                <a:sym typeface="Arial"/>
              </a:rPr>
              <a:t>AMD Ryzen Threadripper 3990X 64-Core, 128-Thread </a:t>
            </a:r>
            <a:endParaRPr b="1">
              <a:solidFill>
                <a:srgbClr val="0F1111"/>
              </a:solidFill>
              <a:latin typeface="Arial"/>
              <a:ea typeface="Arial"/>
              <a:cs typeface="Arial"/>
              <a:sym typeface="Arial"/>
            </a:endParaRPr>
          </a:p>
          <a:p>
            <a:pPr indent="-431783" lvl="0" marL="342883" rtl="0" algn="l">
              <a:lnSpc>
                <a:spcPct val="115000"/>
              </a:lnSpc>
              <a:spcBef>
                <a:spcPts val="0"/>
              </a:spcBef>
              <a:spcAft>
                <a:spcPts val="0"/>
              </a:spcAft>
              <a:buSzPts val="3200"/>
              <a:buChar char="•"/>
            </a:pPr>
            <a:r>
              <a:rPr lang="en-GB">
                <a:latin typeface="Arial"/>
                <a:ea typeface="Arial"/>
                <a:cs typeface="Arial"/>
                <a:sym typeface="Arial"/>
              </a:rPr>
              <a:t>The </a:t>
            </a:r>
            <a:r>
              <a:rPr b="1" lang="en-GB">
                <a:latin typeface="Arial"/>
                <a:ea typeface="Arial"/>
                <a:cs typeface="Arial"/>
                <a:sym typeface="Arial"/>
              </a:rPr>
              <a:t>Nvidia H100 Core has 16896</a:t>
            </a:r>
            <a:r>
              <a:rPr lang="en-GB">
                <a:latin typeface="Arial"/>
                <a:ea typeface="Arial"/>
                <a:cs typeface="Arial"/>
                <a:sym typeface="Arial"/>
              </a:rPr>
              <a:t> </a:t>
            </a:r>
            <a:r>
              <a:rPr b="1" lang="en-GB">
                <a:latin typeface="Arial"/>
                <a:ea typeface="Arial"/>
                <a:cs typeface="Arial"/>
                <a:sym typeface="Arial"/>
              </a:rPr>
              <a:t>CUDA </a:t>
            </a:r>
            <a:r>
              <a:rPr lang="en-GB">
                <a:latin typeface="Arial"/>
                <a:ea typeface="Arial"/>
                <a:cs typeface="Arial"/>
                <a:sym typeface="Arial"/>
              </a:rPr>
              <a:t>cores.</a:t>
            </a:r>
            <a:endParaRPr/>
          </a:p>
          <a:p>
            <a:pPr indent="-342884" lvl="0" marL="342884" rtl="0" algn="l">
              <a:spcBef>
                <a:spcPts val="640"/>
              </a:spcBef>
              <a:spcAft>
                <a:spcPts val="0"/>
              </a:spcAft>
              <a:buClr>
                <a:schemeClr val="dk1"/>
              </a:buClr>
              <a:buSzPts val="3200"/>
              <a:buFont typeface="Helvetica Neue"/>
              <a:buChar char="•"/>
            </a:pPr>
            <a:r>
              <a:rPr b="1" lang="en-GB"/>
              <a:t>Single-threaded programs </a:t>
            </a:r>
            <a:r>
              <a:rPr lang="en-GB"/>
              <a:t>can only use </a:t>
            </a:r>
            <a:r>
              <a:rPr b="1" lang="en-GB"/>
              <a:t>1 core at a time</a:t>
            </a:r>
            <a:r>
              <a:rPr lang="en-GB"/>
              <a:t>.</a:t>
            </a:r>
            <a:endParaRPr/>
          </a:p>
          <a:p>
            <a:pPr indent="-342884" lvl="0" marL="342884" rtl="0" algn="l">
              <a:spcBef>
                <a:spcPts val="640"/>
              </a:spcBef>
              <a:spcAft>
                <a:spcPts val="0"/>
              </a:spcAft>
              <a:buClr>
                <a:schemeClr val="dk1"/>
              </a:buClr>
              <a:buSzPts val="3200"/>
              <a:buFont typeface="Helvetica Neue"/>
              <a:buChar char="•"/>
            </a:pPr>
            <a:r>
              <a:rPr b="1" lang="en-GB"/>
              <a:t>Multi-threaded programs </a:t>
            </a:r>
            <a:r>
              <a:rPr lang="en-GB"/>
              <a:t>can spread the processing load across all the </a:t>
            </a:r>
            <a:r>
              <a:rPr b="1" lang="en-GB"/>
              <a:t>cores available</a:t>
            </a:r>
            <a:r>
              <a:rPr lang="en-GB"/>
              <a:t>.</a:t>
            </a:r>
            <a:endParaRPr/>
          </a:p>
          <a:p>
            <a:pPr indent="-342884" lvl="0" marL="342884" rtl="0" algn="l">
              <a:spcBef>
                <a:spcPts val="640"/>
              </a:spcBef>
              <a:spcAft>
                <a:spcPts val="0"/>
              </a:spcAft>
              <a:buClr>
                <a:schemeClr val="dk1"/>
              </a:buClr>
              <a:buSzPts val="3200"/>
              <a:buFont typeface="Helvetica Neue"/>
              <a:buChar char="•"/>
            </a:pPr>
            <a:r>
              <a:rPr i="1" lang="en-GB"/>
              <a:t>For example an image processing program can divide up an image into 16 equal parts and process each parts using a separate thread, and this will run up to 16 times faster than a single-thread program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Why not Multithreading Everywhere?</a:t>
            </a:r>
            <a:endParaRPr/>
          </a:p>
        </p:txBody>
      </p:sp>
      <p:sp>
        <p:nvSpPr>
          <p:cNvPr id="117" name="Google Shape;117;p10"/>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It is not always possible to break a problem down into separate equal parts, for example,  </a:t>
            </a:r>
            <a:r>
              <a:rPr i="1" lang="en-GB"/>
              <a:t>processing a file that is received over the network</a:t>
            </a:r>
            <a:r>
              <a:rPr lang="en-GB"/>
              <a:t>, one character at a time.</a:t>
            </a:r>
            <a:endParaRPr/>
          </a:p>
          <a:p>
            <a:pPr indent="-342884" lvl="0" marL="342884" rtl="0" algn="l">
              <a:spcBef>
                <a:spcPts val="640"/>
              </a:spcBef>
              <a:spcAft>
                <a:spcPts val="0"/>
              </a:spcAft>
              <a:buClr>
                <a:schemeClr val="dk1"/>
              </a:buClr>
              <a:buSzPts val="3200"/>
              <a:buFont typeface="Helvetica Neue"/>
              <a:buChar char="•"/>
            </a:pPr>
            <a:r>
              <a:rPr lang="en-GB"/>
              <a:t>It is sometimes difficult to organise and manage the work divided between threads efficiently: </a:t>
            </a:r>
            <a:endParaRPr/>
          </a:p>
          <a:p>
            <a:pPr indent="-285736" lvl="1" marL="742913" rtl="0" algn="l">
              <a:spcBef>
                <a:spcPts val="560"/>
              </a:spcBef>
              <a:spcAft>
                <a:spcPts val="0"/>
              </a:spcAft>
              <a:buClr>
                <a:schemeClr val="dk1"/>
              </a:buClr>
              <a:buSzPts val="2800"/>
              <a:buFont typeface="Helvetica Neue"/>
              <a:buChar char="–"/>
            </a:pPr>
            <a:r>
              <a:rPr lang="en-GB"/>
              <a:t>Imagine a fast food kitchen with multiple cooks looking at the same items from a large order screen. Who cooks what when?</a:t>
            </a:r>
            <a:endParaRPr/>
          </a:p>
          <a:p>
            <a:pPr indent="-342884" lvl="0" marL="342884" rtl="0" algn="l">
              <a:spcBef>
                <a:spcPts val="640"/>
              </a:spcBef>
              <a:spcAft>
                <a:spcPts val="0"/>
              </a:spcAft>
              <a:buClr>
                <a:schemeClr val="dk1"/>
              </a:buClr>
              <a:buSzPts val="3200"/>
              <a:buFont typeface="Helvetica Neue"/>
              <a:buChar char="•"/>
            </a:pPr>
            <a:r>
              <a:rPr lang="en-GB"/>
              <a:t>When the timing of a process is critical, eg. flight controller software, multithreading can introduce uncertainties or challenges.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Distributed Computing</a:t>
            </a:r>
            <a:endParaRPr/>
          </a:p>
        </p:txBody>
      </p:sp>
      <p:sp>
        <p:nvSpPr>
          <p:cNvPr id="123" name="Google Shape;123;p11"/>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2400"/>
              <a:buFont typeface="Helvetica Neue"/>
              <a:buChar char="•"/>
            </a:pPr>
            <a:r>
              <a:rPr lang="en-GB" sz="2400"/>
              <a:t>Very similar to multitasking, except that the processes can potentially be running on </a:t>
            </a:r>
            <a:r>
              <a:rPr b="1" lang="en-GB" sz="2400"/>
              <a:t>separate computers on a network</a:t>
            </a:r>
            <a:r>
              <a:rPr lang="en-GB" sz="2400"/>
              <a:t>.</a:t>
            </a:r>
            <a:endParaRPr/>
          </a:p>
          <a:p>
            <a:pPr indent="-342884" lvl="0" marL="342884" rtl="0" algn="l">
              <a:spcBef>
                <a:spcPts val="480"/>
              </a:spcBef>
              <a:spcAft>
                <a:spcPts val="0"/>
              </a:spcAft>
              <a:buClr>
                <a:schemeClr val="dk1"/>
              </a:buClr>
              <a:buSzPts val="2400"/>
              <a:buFont typeface="Helvetica Neue"/>
              <a:buChar char="•"/>
            </a:pPr>
            <a:r>
              <a:rPr lang="en-GB" sz="2400"/>
              <a:t>Relies on network messages to interact and exchange data between processes.</a:t>
            </a:r>
            <a:endParaRPr/>
          </a:p>
          <a:p>
            <a:pPr indent="-342884" lvl="0" marL="342884" rtl="0" algn="l">
              <a:spcBef>
                <a:spcPts val="480"/>
              </a:spcBef>
              <a:spcAft>
                <a:spcPts val="0"/>
              </a:spcAft>
              <a:buClr>
                <a:schemeClr val="dk1"/>
              </a:buClr>
              <a:buSzPts val="2400"/>
              <a:buFont typeface="Helvetica Neue"/>
              <a:buChar char="•"/>
            </a:pPr>
            <a:r>
              <a:rPr lang="en-GB" sz="2400"/>
              <a:t>Generally requires a standardized system or framework to operate: e.g. Actor, Message Passing Interface.</a:t>
            </a:r>
            <a:endParaRPr/>
          </a:p>
          <a:p>
            <a:pPr indent="-139683" lvl="0" marL="342884" rtl="0" algn="l">
              <a:spcBef>
                <a:spcPts val="640"/>
              </a:spcBef>
              <a:spcAft>
                <a:spcPts val="0"/>
              </a:spcAft>
              <a:buClr>
                <a:schemeClr val="dk1"/>
              </a:buClr>
              <a:buSzPts val="3200"/>
              <a:buFont typeface="Helvetica Neue"/>
              <a:buNone/>
            </a:pPr>
            <a:r>
              <a:t/>
            </a:r>
            <a:endParaRPr/>
          </a:p>
        </p:txBody>
      </p:sp>
      <p:pic>
        <p:nvPicPr>
          <p:cNvPr id="124" name="Google Shape;124;p11"/>
          <p:cNvPicPr preferRelativeResize="0"/>
          <p:nvPr/>
        </p:nvPicPr>
        <p:blipFill rotWithShape="1">
          <a:blip r:embed="rId3">
            <a:alphaModFix/>
          </a:blip>
          <a:srcRect b="0" l="0" r="0" t="0"/>
          <a:stretch/>
        </p:blipFill>
        <p:spPr>
          <a:xfrm>
            <a:off x="2207568" y="3212976"/>
            <a:ext cx="6552728" cy="32365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Programing API’s</a:t>
            </a:r>
            <a:endParaRPr/>
          </a:p>
        </p:txBody>
      </p:sp>
      <p:sp>
        <p:nvSpPr>
          <p:cNvPr id="130" name="Google Shape;130;p12"/>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2800"/>
              <a:buFont typeface="Helvetica Neue"/>
              <a:buChar char="•"/>
            </a:pPr>
            <a:r>
              <a:rPr lang="en-GB" sz="2800"/>
              <a:t>Our purpose is to learn the basics of programming parallel computers using the C language and four different APIs or </a:t>
            </a:r>
            <a:r>
              <a:rPr b="1" lang="en-GB" sz="2800"/>
              <a:t>application program interfaces</a:t>
            </a:r>
            <a:r>
              <a:rPr lang="en-GB" sz="2800"/>
              <a:t>: the Message-Passing Interface or MPI, POSIX threads or Pthreads, OpenMP, and CUDA.</a:t>
            </a:r>
            <a:endParaRPr/>
          </a:p>
          <a:p>
            <a:pPr indent="-342884" lvl="0" marL="342884" rtl="0" algn="l">
              <a:spcBef>
                <a:spcPts val="560"/>
              </a:spcBef>
              <a:spcAft>
                <a:spcPts val="0"/>
              </a:spcAft>
              <a:buClr>
                <a:schemeClr val="dk1"/>
              </a:buClr>
              <a:buSzPts val="2800"/>
              <a:buFont typeface="Helvetica Neue"/>
              <a:buChar char="•"/>
            </a:pPr>
            <a:r>
              <a:rPr lang="en-GB" sz="2800"/>
              <a:t>Different API’s are used for programming different types of systems:</a:t>
            </a:r>
            <a:endParaRPr/>
          </a:p>
          <a:p>
            <a:pPr indent="-285736" lvl="1" marL="742913" rtl="0" algn="l">
              <a:spcBef>
                <a:spcPts val="440"/>
              </a:spcBef>
              <a:spcAft>
                <a:spcPts val="0"/>
              </a:spcAft>
              <a:buClr>
                <a:schemeClr val="dk1"/>
              </a:buClr>
              <a:buSzPts val="2200"/>
              <a:buFont typeface="Helvetica Neue"/>
              <a:buChar char="–"/>
            </a:pPr>
            <a:r>
              <a:rPr lang="en-GB" sz="2200"/>
              <a:t>MPI is an API for programming distributed memory MIMD systems. </a:t>
            </a:r>
            <a:endParaRPr/>
          </a:p>
          <a:p>
            <a:pPr indent="-285736" lvl="1" marL="742913" rtl="0" algn="l">
              <a:spcBef>
                <a:spcPts val="440"/>
              </a:spcBef>
              <a:spcAft>
                <a:spcPts val="0"/>
              </a:spcAft>
              <a:buClr>
                <a:schemeClr val="dk1"/>
              </a:buClr>
              <a:buSzPts val="2200"/>
              <a:buFont typeface="Helvetica Neue"/>
              <a:buChar char="–"/>
            </a:pPr>
            <a:r>
              <a:rPr b="1" lang="en-GB" sz="2200"/>
              <a:t>Pthreads</a:t>
            </a:r>
            <a:r>
              <a:rPr lang="en-GB" sz="2200"/>
              <a:t> is an API for programming shared memory MIMD systems. </a:t>
            </a:r>
            <a:endParaRPr/>
          </a:p>
          <a:p>
            <a:pPr indent="-285736" lvl="1" marL="742913" rtl="0" algn="l">
              <a:spcBef>
                <a:spcPts val="440"/>
              </a:spcBef>
              <a:spcAft>
                <a:spcPts val="0"/>
              </a:spcAft>
              <a:buClr>
                <a:schemeClr val="dk1"/>
              </a:buClr>
              <a:buSzPts val="2200"/>
              <a:buFont typeface="Helvetica Neue"/>
              <a:buChar char="–"/>
            </a:pPr>
            <a:r>
              <a:rPr lang="en-GB" sz="2200"/>
              <a:t>OpenMP is an API for programming both shared memory MIMD and shared memory SIMD systems, although we’ll be focusing on programming MIMD sys tems.</a:t>
            </a:r>
            <a:endParaRPr/>
          </a:p>
          <a:p>
            <a:pPr indent="-285736" lvl="1" marL="742913" rtl="0" algn="l">
              <a:spcBef>
                <a:spcPts val="440"/>
              </a:spcBef>
              <a:spcAft>
                <a:spcPts val="0"/>
              </a:spcAft>
              <a:buClr>
                <a:schemeClr val="dk1"/>
              </a:buClr>
              <a:buSzPts val="2200"/>
              <a:buFont typeface="Helvetica Neue"/>
              <a:buChar char="–"/>
            </a:pPr>
            <a:r>
              <a:rPr lang="en-GB" sz="2200"/>
              <a:t>CUDA is an API for programming Nvidia GPUs, which have aspects of all four classifications such as: shared memory and distributed memory, SIMD, and MIMD.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How to use threading in C (Pthread)?</a:t>
            </a:r>
            <a:endParaRPr/>
          </a:p>
        </p:txBody>
      </p:sp>
      <p:sp>
        <p:nvSpPr>
          <p:cNvPr id="136" name="Google Shape;136;p13"/>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The POSIX </a:t>
            </a:r>
            <a:r>
              <a:rPr b="1" lang="en-GB"/>
              <a:t>"Portable Operating System Interface." </a:t>
            </a:r>
            <a:r>
              <a:rPr lang="en-GB"/>
              <a:t>Threads standard is the most widely used threading API, also known as pthreads.</a:t>
            </a:r>
            <a:endParaRPr/>
          </a:p>
          <a:p>
            <a:pPr indent="-342884" lvl="0" marL="342884" rtl="0" algn="l">
              <a:spcBef>
                <a:spcPts val="640"/>
              </a:spcBef>
              <a:spcAft>
                <a:spcPts val="0"/>
              </a:spcAft>
              <a:buClr>
                <a:schemeClr val="dk1"/>
              </a:buClr>
              <a:buSzPts val="3200"/>
              <a:buFont typeface="Helvetica Neue"/>
              <a:buChar char="•"/>
            </a:pPr>
            <a:r>
              <a:rPr lang="en-GB"/>
              <a:t>To use pthreads, you have include the header file </a:t>
            </a:r>
            <a:r>
              <a:rPr b="1" i="1" lang="en-GB"/>
              <a:t>&lt;pthread.h&gt;</a:t>
            </a:r>
            <a:endParaRPr/>
          </a:p>
          <a:p>
            <a:pPr indent="-342884" lvl="0" marL="342884" rtl="0" algn="l">
              <a:spcBef>
                <a:spcPts val="640"/>
              </a:spcBef>
              <a:spcAft>
                <a:spcPts val="0"/>
              </a:spcAft>
              <a:buClr>
                <a:schemeClr val="dk1"/>
              </a:buClr>
              <a:buSzPts val="3200"/>
              <a:buFont typeface="Helvetica Neue"/>
              <a:buChar char="•"/>
            </a:pPr>
            <a:r>
              <a:rPr lang="en-GB"/>
              <a:t>To create and start a thread, you have to call the API </a:t>
            </a:r>
            <a:r>
              <a:rPr b="1" i="1" lang="en-GB"/>
              <a:t>pthread_create()</a:t>
            </a:r>
            <a:endParaRPr/>
          </a:p>
          <a:p>
            <a:pPr indent="-342884" lvl="0" marL="342884" rtl="0" algn="l">
              <a:spcBef>
                <a:spcPts val="640"/>
              </a:spcBef>
              <a:spcAft>
                <a:spcPts val="0"/>
              </a:spcAft>
              <a:buClr>
                <a:schemeClr val="dk1"/>
              </a:buClr>
              <a:buSzPts val="3200"/>
              <a:buFont typeface="Helvetica Neue"/>
              <a:buChar char="•"/>
            </a:pPr>
            <a:r>
              <a:rPr lang="en-GB"/>
              <a:t>To wait for  a thread to finish, you have to call the API </a:t>
            </a:r>
            <a:r>
              <a:rPr b="1" i="1" lang="en-GB"/>
              <a:t>pthread_join()</a:t>
            </a:r>
            <a:endParaRPr/>
          </a:p>
          <a:p>
            <a:pPr indent="-342884" lvl="0" marL="342884" rtl="0" algn="l">
              <a:spcBef>
                <a:spcPts val="640"/>
              </a:spcBef>
              <a:spcAft>
                <a:spcPts val="0"/>
              </a:spcAft>
              <a:buClr>
                <a:schemeClr val="dk1"/>
              </a:buClr>
              <a:buSzPts val="3200"/>
              <a:buFont typeface="Helvetica Neue"/>
              <a:buChar char="•"/>
            </a:pPr>
            <a:r>
              <a:rPr lang="en-GB" sz="3200"/>
              <a:t>To End and return results from a thread, you have to call the API </a:t>
            </a:r>
            <a:r>
              <a:rPr b="1" i="1" lang="en-GB"/>
              <a:t>pthread_exit()</a:t>
            </a:r>
            <a:endParaRPr/>
          </a:p>
          <a:p>
            <a:pPr indent="-139683" lvl="0" marL="342884" rtl="0" algn="l">
              <a:spcBef>
                <a:spcPts val="640"/>
              </a:spcBef>
              <a:spcAft>
                <a:spcPts val="0"/>
              </a:spcAft>
              <a:buClr>
                <a:schemeClr val="dk1"/>
              </a:buClr>
              <a:buSzPts val="3200"/>
              <a:buFont typeface="Helvetica Neue"/>
              <a:buNone/>
            </a:pPr>
            <a:r>
              <a:t/>
            </a:r>
            <a:endParaRPr b="1" i="1"/>
          </a:p>
          <a:p>
            <a:pPr indent="-139683" lvl="0" marL="342884" rtl="0" algn="l">
              <a:spcBef>
                <a:spcPts val="640"/>
              </a:spcBef>
              <a:spcAft>
                <a:spcPts val="0"/>
              </a:spcAft>
              <a:buClr>
                <a:schemeClr val="dk1"/>
              </a:buClr>
              <a:buSzPts val="3200"/>
              <a:buFont typeface="Helvetica Neue"/>
              <a:buNone/>
            </a:pPr>
            <a:r>
              <a:t/>
            </a:r>
            <a:endParaRPr b="1" i="1"/>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Joining Threads</a:t>
            </a:r>
            <a:endParaRPr/>
          </a:p>
        </p:txBody>
      </p:sp>
      <p:sp>
        <p:nvSpPr>
          <p:cNvPr id="142" name="Google Shape;142;p14"/>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Joining is one way to accomplish synchronization between the threads.</a:t>
            </a:r>
            <a:endParaRPr/>
          </a:p>
          <a:p>
            <a:pPr indent="-139683" lvl="0" marL="342884" rtl="0" algn="l">
              <a:spcBef>
                <a:spcPts val="640"/>
              </a:spcBef>
              <a:spcAft>
                <a:spcPts val="0"/>
              </a:spcAft>
              <a:buClr>
                <a:schemeClr val="dk1"/>
              </a:buClr>
              <a:buSzPts val="3200"/>
              <a:buFont typeface="Helvetica Neue"/>
              <a:buNone/>
            </a:pPr>
            <a:r>
              <a:t/>
            </a:r>
            <a:endParaRPr/>
          </a:p>
        </p:txBody>
      </p:sp>
      <p:pic>
        <p:nvPicPr>
          <p:cNvPr id="143" name="Google Shape;143;p14"/>
          <p:cNvPicPr preferRelativeResize="0"/>
          <p:nvPr/>
        </p:nvPicPr>
        <p:blipFill rotWithShape="1">
          <a:blip r:embed="rId3">
            <a:alphaModFix/>
          </a:blip>
          <a:srcRect b="0" l="0" r="0" t="0"/>
          <a:stretch/>
        </p:blipFill>
        <p:spPr>
          <a:xfrm>
            <a:off x="767408" y="2564904"/>
            <a:ext cx="10140038" cy="33764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Pthreads Example</a:t>
            </a:r>
            <a:endParaRPr/>
          </a:p>
        </p:txBody>
      </p:sp>
      <p:sp>
        <p:nvSpPr>
          <p:cNvPr id="149" name="Google Shape;149;p15"/>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lnSpcReduction="10000"/>
          </a:bodyPr>
          <a:lstStyle/>
          <a:p>
            <a:pPr indent="-342884" lvl="0" marL="342884" rtl="0" algn="l">
              <a:spcBef>
                <a:spcPts val="0"/>
              </a:spcBef>
              <a:spcAft>
                <a:spcPts val="0"/>
              </a:spcAft>
              <a:buClr>
                <a:schemeClr val="dk1"/>
              </a:buClr>
              <a:buSzPts val="1800"/>
              <a:buFont typeface="Courier New"/>
              <a:buNone/>
            </a:pPr>
            <a:r>
              <a:rPr b="1" lang="en-GB" sz="1800">
                <a:latin typeface="Courier New"/>
                <a:ea typeface="Courier New"/>
                <a:cs typeface="Courier New"/>
                <a:sym typeface="Courier New"/>
              </a:rPr>
              <a:t>#include &lt;pthread.h&gt;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#include &lt;stdio.h&gt;</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*threadOne(void *p){</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for(int i=0; i&lt;1000; 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printf("Thread One: i=%d\n",i);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*threadTwo(void *p){</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for(int i=0; i&lt;1000; 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printf("Thread Two: i=%d\n",i);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main(){</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pthread_t thrID1, thrID2;</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pthread_create(&amp;thrID1, NULL, threadOne,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pthread_create(&amp;thrID2, NULL, threadTwo,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pthread_join(thrID1,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pthread_join(thrID2,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Converting Single Thread to Multithreaded</a:t>
            </a:r>
            <a:endParaRPr/>
          </a:p>
        </p:txBody>
      </p:sp>
      <p:sp>
        <p:nvSpPr>
          <p:cNvPr id="156" name="Google Shape;156;p16"/>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Font typeface="Courier New"/>
              <a:buNone/>
            </a:pPr>
            <a:r>
              <a:rPr b="1" lang="en-GB" sz="1800">
                <a:latin typeface="Courier New"/>
                <a:ea typeface="Courier New"/>
                <a:cs typeface="Courier New"/>
                <a:sym typeface="Courier New"/>
              </a:rPr>
              <a:t>#include &lt;stdio.h&gt;</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main()</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int i, c;</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int nstart=1, nfinish=20000;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printf("Prime numbers between %d and %d are :\n", nstart, nfinish);</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for(i=nstart; i&lt;=nfinish; i++){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for(c = 2; c &lt;= i-1; c++){</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if ( i%c == 0 )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break;</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if ( c == i )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printf("%d\n", i);</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a:t>
            </a:r>
            <a:endParaRPr/>
          </a:p>
          <a:p>
            <a:pPr indent="0" lvl="0" marL="0"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Multithreaded Version - 2 threads</a:t>
            </a:r>
            <a:endParaRPr/>
          </a:p>
        </p:txBody>
      </p:sp>
      <p:sp>
        <p:nvSpPr>
          <p:cNvPr id="162" name="Google Shape;162;p17"/>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ourier New"/>
              <a:buNone/>
            </a:pPr>
            <a:r>
              <a:rPr b="1" lang="en-GB" sz="1400">
                <a:latin typeface="Courier New"/>
                <a:ea typeface="Courier New"/>
                <a:cs typeface="Courier New"/>
                <a:sym typeface="Courier New"/>
              </a:rPr>
              <a:t>#include &lt;stdio.h&gt;</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#include &lt;pthread.h&gt;</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void *threadOne(void *p){</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int i, c;</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int nstart=1, nfinish=10000;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for(i=nstart; i&lt;=nfinish; i++){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for(c=2; c &lt;= i-1; c++){</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if ( i%c == 0 )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break;</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if ( c == i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printf("threadOne : %d\n", i);</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return 0;</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void main(){</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pthread_t thrID1, thrID2;</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printf("threadOne : Prime numbers between %d and %d are :\n", nstart, nfinish);</a:t>
            </a:r>
            <a:br>
              <a:rPr b="1" lang="en-GB" sz="1400">
                <a:latin typeface="Courier New"/>
                <a:ea typeface="Courier New"/>
                <a:cs typeface="Courier New"/>
                <a:sym typeface="Courier New"/>
              </a:rPr>
            </a:br>
            <a:r>
              <a:rPr b="1" lang="en-GB" sz="1400">
                <a:latin typeface="Courier New"/>
                <a:ea typeface="Courier New"/>
                <a:cs typeface="Courier New"/>
                <a:sym typeface="Courier New"/>
              </a:rPr>
              <a:t>  pthread_create(&amp;thrID1, NULL, threadOne, NULL);</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pthread_create(&amp;thrID2, NULL, threadTwo, NULL);</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pthread_join(thrID1, NULL);</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pthread_join(thrID2, NULL);</a:t>
            </a:r>
            <a:endParaRPr/>
          </a:p>
          <a:p>
            <a:pPr indent="0" lvl="0" marL="0"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0" lvl="0" marL="0"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p:txBody>
      </p:sp>
      <p:sp>
        <p:nvSpPr>
          <p:cNvPr id="163" name="Google Shape;163;p17"/>
          <p:cNvSpPr txBox="1"/>
          <p:nvPr/>
        </p:nvSpPr>
        <p:spPr>
          <a:xfrm>
            <a:off x="7536160" y="1316546"/>
            <a:ext cx="4176464" cy="3336591"/>
          </a:xfrm>
          <a:prstGeom prst="rect">
            <a:avLst/>
          </a:prstGeom>
          <a:noFill/>
          <a:ln>
            <a:noFill/>
          </a:ln>
        </p:spPr>
        <p:txBody>
          <a:bodyPr anchorCtr="0" anchor="t" bIns="45700" lIns="91425" spcFirstLastPara="1" rIns="91425" wrap="square" tIns="45700">
            <a:normAutofit fontScale="47500" lnSpcReduction="20000"/>
          </a:bodyPr>
          <a:lstStyle/>
          <a:p>
            <a:pPr indent="0" lvl="0" marL="0" marR="0" rtl="0" algn="l">
              <a:spcBef>
                <a:spcPts val="0"/>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void *threadTwo(void *p){</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int i, c;</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int nstart=10001, nfinish=20000;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for(i=nstart; i&lt;=nfinish; i++){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for(c=2; c&lt;=i-1; c++){</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if ( i%c==0 )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break;</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if ( c==i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printf("threadTwo : %d\n", i);</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return 0;</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Any-Threaded Version</a:t>
            </a:r>
            <a:endParaRPr/>
          </a:p>
        </p:txBody>
      </p:sp>
      <p:sp>
        <p:nvSpPr>
          <p:cNvPr id="169" name="Google Shape;169;p18"/>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spcBef>
                <a:spcPts val="0"/>
              </a:spcBef>
              <a:spcAft>
                <a:spcPts val="0"/>
              </a:spcAft>
              <a:buClr>
                <a:schemeClr val="dk1"/>
              </a:buClr>
              <a:buSzPct val="100000"/>
              <a:buFont typeface="Courier New"/>
              <a:buNone/>
            </a:pPr>
            <a:r>
              <a:rPr b="1" lang="en-GB">
                <a:latin typeface="Courier New"/>
                <a:ea typeface="Courier New"/>
                <a:cs typeface="Courier New"/>
                <a:sym typeface="Courier New"/>
              </a:rPr>
              <a:t>#include &lt;stdio.h&gt;</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#include &lt;pthread.h&gt;</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#include &lt;stdlib.h&gt;</a:t>
            </a:r>
            <a:endParaRPr/>
          </a:p>
          <a:p>
            <a:pPr indent="0" lvl="0" marL="0" rtl="0" algn="l">
              <a:spcBef>
                <a:spcPts val="256"/>
              </a:spcBef>
              <a:spcAft>
                <a:spcPts val="0"/>
              </a:spcAft>
              <a:buClr>
                <a:schemeClr val="dk1"/>
              </a:buClr>
              <a:buSzPct val="100000"/>
              <a:buFont typeface="Helvetica Neue"/>
              <a:buNone/>
            </a:pPr>
            <a:r>
              <a:t/>
            </a:r>
            <a:endParaRPr b="1">
              <a:latin typeface="Courier New"/>
              <a:ea typeface="Courier New"/>
              <a:cs typeface="Courier New"/>
              <a:sym typeface="Courier New"/>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struct threadArgs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int start;</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int finish;</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a:t>
            </a:r>
            <a:endParaRPr/>
          </a:p>
          <a:p>
            <a:pPr indent="0" lvl="0" marL="0" rtl="0" algn="l">
              <a:spcBef>
                <a:spcPts val="256"/>
              </a:spcBef>
              <a:spcAft>
                <a:spcPts val="0"/>
              </a:spcAft>
              <a:buClr>
                <a:schemeClr val="dk1"/>
              </a:buClr>
              <a:buSzPct val="100000"/>
              <a:buFont typeface="Helvetica Neue"/>
              <a:buNone/>
            </a:pPr>
            <a:r>
              <a:t/>
            </a:r>
            <a:endParaRPr b="1">
              <a:latin typeface="Courier New"/>
              <a:ea typeface="Courier New"/>
              <a:cs typeface="Courier New"/>
              <a:sym typeface="Courier New"/>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void *threadMain(void *p){</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struct threadArgs *pargs = p;</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int i, c;</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int nstart=pargs-&gt;start, nfinish=pargs-&gt;finish;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pthread_t tid = pthread_self();</a:t>
            </a:r>
            <a:endParaRPr/>
          </a:p>
          <a:p>
            <a:pPr indent="0" lvl="0" marL="0" rtl="0" algn="l">
              <a:spcBef>
                <a:spcPts val="256"/>
              </a:spcBef>
              <a:spcAft>
                <a:spcPts val="0"/>
              </a:spcAft>
              <a:buClr>
                <a:schemeClr val="dk1"/>
              </a:buClr>
              <a:buSzPct val="100000"/>
              <a:buFont typeface="Helvetica Neue"/>
              <a:buNone/>
            </a:pPr>
            <a:r>
              <a:t/>
            </a:r>
            <a:endParaRPr b="1">
              <a:latin typeface="Courier New"/>
              <a:ea typeface="Courier New"/>
              <a:cs typeface="Courier New"/>
              <a:sym typeface="Courier New"/>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for(i=nstart; i&lt;=nfinish; i++){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for(c=2; c&lt;=i-1; c++)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if ( i%c==0 )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break;</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if ( c==i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printf("Thread %ld : %d\n",tid, i);</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  return 0;</a:t>
            </a:r>
            <a:endParaRPr/>
          </a:p>
          <a:p>
            <a:pPr indent="0" lvl="0" marL="0" rtl="0" algn="l">
              <a:spcBef>
                <a:spcPts val="256"/>
              </a:spcBef>
              <a:spcAft>
                <a:spcPts val="0"/>
              </a:spcAft>
              <a:buClr>
                <a:schemeClr val="dk1"/>
              </a:buClr>
              <a:buSzPct val="100000"/>
              <a:buFont typeface="Courier New"/>
              <a:buNone/>
            </a:pPr>
            <a:r>
              <a:rPr b="1" lang="en-GB">
                <a:latin typeface="Courier New"/>
                <a:ea typeface="Courier New"/>
                <a:cs typeface="Courier New"/>
                <a:sym typeface="Courier New"/>
              </a:rPr>
              <a:t>}</a:t>
            </a:r>
            <a:endParaRPr/>
          </a:p>
        </p:txBody>
      </p:sp>
      <p:sp>
        <p:nvSpPr>
          <p:cNvPr id="170" name="Google Shape;170;p18"/>
          <p:cNvSpPr txBox="1"/>
          <p:nvPr/>
        </p:nvSpPr>
        <p:spPr>
          <a:xfrm>
            <a:off x="5375920" y="1052736"/>
            <a:ext cx="5112072" cy="5616625"/>
          </a:xfrm>
          <a:prstGeom prst="rect">
            <a:avLst/>
          </a:prstGeom>
          <a:noFill/>
          <a:ln>
            <a:noFill/>
          </a:ln>
        </p:spPr>
        <p:txBody>
          <a:bodyPr anchorCtr="0" anchor="t" bIns="45700" lIns="91425" spcFirstLastPara="1" rIns="91425" wrap="square" tIns="45700">
            <a:normAutofit fontScale="47500" lnSpcReduction="20000"/>
          </a:bodyPr>
          <a:lstStyle/>
          <a:p>
            <a:pPr indent="0" lvl="0" marL="0" marR="0" rtl="0" algn="l">
              <a:spcBef>
                <a:spcPts val="0"/>
              </a:spcBef>
              <a:spcAft>
                <a:spcPts val="0"/>
              </a:spcAft>
              <a:buClr>
                <a:schemeClr val="dk1"/>
              </a:buClr>
              <a:buSzPct val="100000"/>
              <a:buFont typeface="Helvetica Neue"/>
              <a:buNone/>
            </a:pPr>
            <a:r>
              <a:t/>
            </a:r>
            <a:endParaRPr b="1" i="0" sz="3200" u="none" cap="none" strike="noStrike">
              <a:solidFill>
                <a:schemeClr val="dk1"/>
              </a:solidFill>
              <a:latin typeface="Courier New"/>
              <a:ea typeface="Courier New"/>
              <a:cs typeface="Courier New"/>
              <a:sym typeface="Courier New"/>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void main(int argc, char **argv){</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int numThreads = 0;</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int i;</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pthread_t thrID[100];</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struct threadArgs targs[100];</a:t>
            </a:r>
            <a:endParaRPr/>
          </a:p>
          <a:p>
            <a:pPr indent="0" lvl="0" marL="0" marR="0" rtl="0" algn="l">
              <a:spcBef>
                <a:spcPts val="304"/>
              </a:spcBef>
              <a:spcAft>
                <a:spcPts val="0"/>
              </a:spcAft>
              <a:buClr>
                <a:schemeClr val="dk1"/>
              </a:buClr>
              <a:buSzPct val="100000"/>
              <a:buFont typeface="Helvetica Neue"/>
              <a:buNone/>
            </a:pPr>
            <a:r>
              <a:t/>
            </a:r>
            <a:endParaRPr b="1" i="0" sz="3200" u="none" cap="none" strike="noStrike">
              <a:solidFill>
                <a:schemeClr val="dk1"/>
              </a:solidFill>
              <a:latin typeface="Courier New"/>
              <a:ea typeface="Courier New"/>
              <a:cs typeface="Courier New"/>
              <a:sym typeface="Courier New"/>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if ( argc &gt; 1 )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numThreads = atoi(argv[1]);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if (numThreads &gt; 0 &amp;&amp; numThreads &lt;= 100){</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int chunksize = 10000/numThreads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for (i=0; i &lt; numThreads; i++){</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targs[i].start = i * chunksize;</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targs[i].finish = (i * chunksize) + chunksize;</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pthread_create(&amp;thrID[i], NULL, threadMain, &amp;targs[i]);</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for (i=0; i &lt; numThreads; i++){</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pthread_join(thrID[i], NULL);</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  }</a:t>
            </a:r>
            <a:endParaRPr/>
          </a:p>
          <a:p>
            <a:pPr indent="0" lvl="0" marL="0" marR="0" rtl="0" algn="l">
              <a:spcBef>
                <a:spcPts val="304"/>
              </a:spcBef>
              <a:spcAft>
                <a:spcPts val="0"/>
              </a:spcAft>
              <a:buClr>
                <a:schemeClr val="dk1"/>
              </a:buClr>
              <a:buSzPct val="100000"/>
              <a:buFont typeface="Courier New"/>
              <a:buNone/>
            </a:pPr>
            <a:r>
              <a:rPr b="1" i="0" lang="en-GB" sz="32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pthread_create()</a:t>
            </a:r>
            <a:endParaRPr/>
          </a:p>
        </p:txBody>
      </p:sp>
      <p:sp>
        <p:nvSpPr>
          <p:cNvPr id="176" name="Google Shape;176;p19"/>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fontScale="92500" lnSpcReduction="20000"/>
          </a:bodyPr>
          <a:lstStyle/>
          <a:p>
            <a:pPr indent="-342884" lvl="0" marL="342884" rtl="0" algn="l">
              <a:spcBef>
                <a:spcPts val="0"/>
              </a:spcBef>
              <a:spcAft>
                <a:spcPts val="0"/>
              </a:spcAft>
              <a:buClr>
                <a:schemeClr val="dk1"/>
              </a:buClr>
              <a:buSzPct val="100000"/>
              <a:buFont typeface="Helvetica Neue"/>
              <a:buChar char="•"/>
            </a:pPr>
            <a:r>
              <a:rPr lang="en-GB"/>
              <a:t>int pthread_create( </a:t>
            </a:r>
            <a:br>
              <a:rPr lang="en-GB"/>
            </a:br>
            <a:r>
              <a:rPr lang="en-GB"/>
              <a:t>  pthread_t *threadID,</a:t>
            </a:r>
            <a:br>
              <a:rPr lang="en-GB"/>
            </a:br>
            <a:r>
              <a:rPr lang="en-GB"/>
              <a:t>  pthread_attr_t *attr, </a:t>
            </a:r>
            <a:br>
              <a:rPr lang="en-GB"/>
            </a:br>
            <a:r>
              <a:rPr lang="en-GB"/>
              <a:t>  void *(*thread_function) (void *), </a:t>
            </a:r>
            <a:br>
              <a:rPr lang="en-GB"/>
            </a:br>
            <a:r>
              <a:rPr lang="en-GB"/>
              <a:t>  void *targ);</a:t>
            </a:r>
            <a:endParaRPr/>
          </a:p>
          <a:p>
            <a:pPr indent="-342884" lvl="0" marL="342884" rtl="0" algn="l">
              <a:spcBef>
                <a:spcPts val="592"/>
              </a:spcBef>
              <a:spcAft>
                <a:spcPts val="0"/>
              </a:spcAft>
              <a:buClr>
                <a:schemeClr val="dk1"/>
              </a:buClr>
              <a:buSzPct val="100000"/>
              <a:buFont typeface="Helvetica Neue"/>
              <a:buChar char="•"/>
            </a:pPr>
            <a:r>
              <a:rPr lang="en-GB"/>
              <a:t>Creates a thread and executes </a:t>
            </a:r>
            <a:r>
              <a:rPr b="1" lang="en-GB"/>
              <a:t>thread_function</a:t>
            </a:r>
            <a:endParaRPr b="1"/>
          </a:p>
          <a:p>
            <a:pPr indent="-342884" lvl="0" marL="342884" rtl="0" algn="l">
              <a:spcBef>
                <a:spcPts val="555"/>
              </a:spcBef>
              <a:spcAft>
                <a:spcPts val="0"/>
              </a:spcAft>
              <a:buClr>
                <a:schemeClr val="dk1"/>
              </a:buClr>
              <a:buSzPct val="100000"/>
              <a:buFont typeface="Helvetica Neue"/>
              <a:buChar char="•"/>
            </a:pPr>
            <a:r>
              <a:rPr b="1" lang="en-GB" sz="3000"/>
              <a:t>threadID</a:t>
            </a:r>
            <a:r>
              <a:rPr lang="en-GB" sz="3000"/>
              <a:t> - pointer to a thread ID variable to identify the thread after it has been created.</a:t>
            </a:r>
            <a:endParaRPr/>
          </a:p>
          <a:p>
            <a:pPr indent="-342884" lvl="0" marL="342884" rtl="0" algn="l">
              <a:spcBef>
                <a:spcPts val="555"/>
              </a:spcBef>
              <a:spcAft>
                <a:spcPts val="0"/>
              </a:spcAft>
              <a:buClr>
                <a:schemeClr val="dk1"/>
              </a:buClr>
              <a:buSzPct val="100000"/>
              <a:buFont typeface="Helvetica Neue"/>
              <a:buChar char="•"/>
            </a:pPr>
            <a:r>
              <a:rPr b="1" lang="en-GB" sz="3000"/>
              <a:t>attr</a:t>
            </a:r>
            <a:r>
              <a:rPr lang="en-GB" sz="3000"/>
              <a:t> - thread attributes - normally NULL;</a:t>
            </a:r>
            <a:endParaRPr/>
          </a:p>
          <a:p>
            <a:pPr indent="-342884" lvl="0" marL="342884" rtl="0" algn="l">
              <a:spcBef>
                <a:spcPts val="555"/>
              </a:spcBef>
              <a:spcAft>
                <a:spcPts val="0"/>
              </a:spcAft>
              <a:buClr>
                <a:schemeClr val="dk1"/>
              </a:buClr>
              <a:buSzPct val="100000"/>
              <a:buFont typeface="Helvetica Neue"/>
              <a:buChar char="•"/>
            </a:pPr>
            <a:r>
              <a:rPr b="1" lang="en-GB" sz="3000"/>
              <a:t>thread_function </a:t>
            </a:r>
            <a:r>
              <a:rPr lang="en-GB" sz="3000"/>
              <a:t>- the main thread function.</a:t>
            </a:r>
            <a:endParaRPr/>
          </a:p>
          <a:p>
            <a:pPr indent="-342884" lvl="0" marL="342884" rtl="0" algn="l">
              <a:spcBef>
                <a:spcPts val="555"/>
              </a:spcBef>
              <a:spcAft>
                <a:spcPts val="0"/>
              </a:spcAft>
              <a:buClr>
                <a:schemeClr val="dk1"/>
              </a:buClr>
              <a:buSzPct val="100000"/>
              <a:buFont typeface="Helvetica Neue"/>
              <a:buChar char="•"/>
            </a:pPr>
            <a:r>
              <a:rPr b="1" lang="en-GB" sz="3000"/>
              <a:t>targ</a:t>
            </a:r>
            <a:r>
              <a:rPr lang="en-GB" sz="3000"/>
              <a:t> - pointer to the parameter. Can be NULL;</a:t>
            </a:r>
            <a:endParaRPr/>
          </a:p>
          <a:p>
            <a:pPr indent="-342884" lvl="0" marL="342884" rtl="0" algn="l">
              <a:spcBef>
                <a:spcPts val="555"/>
              </a:spcBef>
              <a:spcAft>
                <a:spcPts val="0"/>
              </a:spcAft>
              <a:buClr>
                <a:schemeClr val="dk1"/>
              </a:buClr>
              <a:buSzPct val="100000"/>
              <a:buFont typeface="Helvetica Neue"/>
              <a:buChar char="•"/>
            </a:pPr>
            <a:r>
              <a:rPr lang="en-GB" sz="3000"/>
              <a:t>On success, </a:t>
            </a:r>
            <a:r>
              <a:rPr b="1" lang="en-GB" sz="3000"/>
              <a:t>pthread_create() returns 0</a:t>
            </a:r>
            <a:r>
              <a:rPr lang="en-GB" sz="3000"/>
              <a:t>; on error, it returns an error number</a:t>
            </a:r>
            <a:endParaRPr/>
          </a:p>
          <a:p>
            <a:pPr indent="-154923" lvl="0" marL="342884" rtl="0" algn="l">
              <a:spcBef>
                <a:spcPts val="592"/>
              </a:spcBef>
              <a:spcAft>
                <a:spcPts val="0"/>
              </a:spcAft>
              <a:buClr>
                <a:schemeClr val="dk1"/>
              </a:buClr>
              <a:buSzPct val="100000"/>
              <a:buFont typeface="Helvetica Neue"/>
              <a:buNone/>
            </a:pPr>
            <a:r>
              <a:t/>
            </a:r>
            <a:endParaRPr/>
          </a:p>
          <a:p>
            <a:pPr indent="-154923" lvl="0" marL="342884" rtl="0" algn="l">
              <a:spcBef>
                <a:spcPts val="592"/>
              </a:spcBef>
              <a:spcAft>
                <a:spcPts val="0"/>
              </a:spcAft>
              <a:buClr>
                <a:schemeClr val="dk1"/>
              </a:buClr>
              <a:buSzPct val="100000"/>
              <a:buFont typeface="Helvetica Neue"/>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pthread_join()</a:t>
            </a:r>
            <a:endParaRPr/>
          </a:p>
        </p:txBody>
      </p:sp>
      <p:sp>
        <p:nvSpPr>
          <p:cNvPr id="182" name="Google Shape;182;p20"/>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int pthread_join(pthread_t threadID, </a:t>
            </a:r>
            <a:br>
              <a:rPr lang="en-GB"/>
            </a:br>
            <a:r>
              <a:rPr lang="en-GB"/>
              <a:t>  void **retval);</a:t>
            </a:r>
            <a:endParaRPr/>
          </a:p>
          <a:p>
            <a:pPr indent="-342884" lvl="0" marL="342884" rtl="0" algn="l">
              <a:spcBef>
                <a:spcPts val="560"/>
              </a:spcBef>
              <a:spcAft>
                <a:spcPts val="0"/>
              </a:spcAft>
              <a:buClr>
                <a:schemeClr val="dk1"/>
              </a:buClr>
              <a:buSzPts val="2800"/>
              <a:buFont typeface="Helvetica Neue"/>
              <a:buChar char="•"/>
            </a:pPr>
            <a:r>
              <a:rPr lang="en-GB" sz="2800"/>
              <a:t>Waits for the thread with threadID to finish.</a:t>
            </a:r>
            <a:endParaRPr/>
          </a:p>
          <a:p>
            <a:pPr indent="-342884" lvl="0" marL="342884" rtl="0" algn="l">
              <a:spcBef>
                <a:spcPts val="560"/>
              </a:spcBef>
              <a:spcAft>
                <a:spcPts val="0"/>
              </a:spcAft>
              <a:buClr>
                <a:schemeClr val="dk1"/>
              </a:buClr>
              <a:buSzPts val="2800"/>
              <a:buFont typeface="Helvetica Neue"/>
              <a:buChar char="•"/>
            </a:pPr>
            <a:r>
              <a:rPr b="1" lang="en-GB" sz="2800"/>
              <a:t>threadID</a:t>
            </a:r>
            <a:r>
              <a:rPr lang="en-GB" sz="2800"/>
              <a:t> - the id of the thread specified by pthread_create()</a:t>
            </a:r>
            <a:endParaRPr/>
          </a:p>
          <a:p>
            <a:pPr indent="-342884" lvl="0" marL="342884" rtl="0" algn="l">
              <a:spcBef>
                <a:spcPts val="560"/>
              </a:spcBef>
              <a:spcAft>
                <a:spcPts val="0"/>
              </a:spcAft>
              <a:buClr>
                <a:schemeClr val="dk1"/>
              </a:buClr>
              <a:buSzPts val="2800"/>
              <a:buFont typeface="Helvetica Neue"/>
              <a:buChar char="•"/>
            </a:pPr>
            <a:r>
              <a:rPr b="1" lang="en-GB" sz="2800"/>
              <a:t>retval</a:t>
            </a:r>
            <a:r>
              <a:rPr lang="en-GB" sz="2800"/>
              <a:t> - a thread can return a value via the function pthread_exit(). retval is a pointer to the return value.</a:t>
            </a:r>
            <a:endParaRPr/>
          </a:p>
          <a:p>
            <a:pPr indent="-342884" lvl="0" marL="342884" rtl="0" algn="l">
              <a:spcBef>
                <a:spcPts val="560"/>
              </a:spcBef>
              <a:spcAft>
                <a:spcPts val="0"/>
              </a:spcAft>
              <a:buClr>
                <a:schemeClr val="dk1"/>
              </a:buClr>
              <a:buSzPts val="2800"/>
              <a:buFont typeface="Helvetica Neue"/>
              <a:buChar char="•"/>
            </a:pPr>
            <a:r>
              <a:rPr lang="en-GB" sz="2800"/>
              <a:t>On success, pthread_join() returns 0; on error, it returns an error number.</a:t>
            </a:r>
            <a:endParaRPr/>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Ending and returning results from a thread</a:t>
            </a:r>
            <a:endParaRPr/>
          </a:p>
        </p:txBody>
      </p:sp>
      <p:sp>
        <p:nvSpPr>
          <p:cNvPr id="188" name="Google Shape;188;p21"/>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600"/>
              <a:buFont typeface="Helvetica Neue"/>
              <a:buChar char="•"/>
            </a:pPr>
            <a:r>
              <a:rPr lang="en-GB" sz="3600"/>
              <a:t>void pthread_exit(void *retval)</a:t>
            </a:r>
            <a:endParaRPr/>
          </a:p>
          <a:p>
            <a:pPr indent="-285736" lvl="1" marL="742913" rtl="0" algn="l">
              <a:spcBef>
                <a:spcPts val="640"/>
              </a:spcBef>
              <a:spcAft>
                <a:spcPts val="0"/>
              </a:spcAft>
              <a:buClr>
                <a:schemeClr val="dk1"/>
              </a:buClr>
              <a:buSzPts val="3200"/>
              <a:buFont typeface="Helvetica Neue"/>
              <a:buChar char="–"/>
            </a:pPr>
            <a:r>
              <a:rPr lang="en-GB" sz="3200"/>
              <a:t>This function terminates the calling thread and returns a value via the location pointed to by retval.</a:t>
            </a:r>
            <a:endParaRPr/>
          </a:p>
          <a:p>
            <a:pPr indent="-285736" lvl="1" marL="742913" rtl="0" algn="l">
              <a:spcBef>
                <a:spcPts val="640"/>
              </a:spcBef>
              <a:spcAft>
                <a:spcPts val="0"/>
              </a:spcAft>
              <a:buClr>
                <a:schemeClr val="dk1"/>
              </a:buClr>
              <a:buSzPts val="3200"/>
              <a:buFont typeface="Helvetica Neue"/>
              <a:buChar char="–"/>
            </a:pPr>
            <a:r>
              <a:rPr lang="en-GB" sz="3200"/>
              <a:t>retval must point to a valid memory location when the calling thread terminates.</a:t>
            </a:r>
            <a:endParaRPr/>
          </a:p>
          <a:p>
            <a:pPr indent="-285736" lvl="1" marL="742913" rtl="0" algn="l">
              <a:spcBef>
                <a:spcPts val="640"/>
              </a:spcBef>
              <a:spcAft>
                <a:spcPts val="0"/>
              </a:spcAft>
              <a:buClr>
                <a:schemeClr val="dk1"/>
              </a:buClr>
              <a:buSzPts val="3200"/>
              <a:buFont typeface="Helvetica Neue"/>
              <a:buChar char="–"/>
            </a:pPr>
            <a:r>
              <a:rPr lang="en-GB" sz="3200"/>
              <a:t>retval must not point to a local thread variable.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pthread_exit()</a:t>
            </a:r>
            <a:endParaRPr/>
          </a:p>
        </p:txBody>
      </p:sp>
      <p:sp>
        <p:nvSpPr>
          <p:cNvPr id="194" name="Google Shape;194;p22"/>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lnSpcReduction="10000"/>
          </a:bodyPr>
          <a:lstStyle/>
          <a:p>
            <a:pPr indent="-342884" lvl="0" marL="342884" rtl="0" algn="l">
              <a:spcBef>
                <a:spcPts val="0"/>
              </a:spcBef>
              <a:spcAft>
                <a:spcPts val="0"/>
              </a:spcAft>
              <a:buClr>
                <a:schemeClr val="dk1"/>
              </a:buClr>
              <a:buSzPts val="2000"/>
              <a:buFont typeface="Courier New"/>
              <a:buNone/>
            </a:pPr>
            <a:r>
              <a:rPr b="1" lang="en-GB" sz="2000">
                <a:latin typeface="Courier New"/>
                <a:ea typeface="Courier New"/>
                <a:cs typeface="Courier New"/>
                <a:sym typeface="Courier New"/>
              </a:rPr>
              <a:t>#include &lt;pthread.h&gt;</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#include &lt;stdio.h&gt;</a:t>
            </a:r>
            <a:endParaRPr/>
          </a:p>
          <a:p>
            <a:pPr indent="-342884" lvl="0" marL="342884" rtl="0" algn="l">
              <a:spcBef>
                <a:spcPts val="400"/>
              </a:spcBef>
              <a:spcAft>
                <a:spcPts val="0"/>
              </a:spcAft>
              <a:buClr>
                <a:schemeClr val="dk1"/>
              </a:buClr>
              <a:buSzPts val="2000"/>
              <a:buFont typeface="Helvetica Neue"/>
              <a:buNone/>
            </a:pPr>
            <a:r>
              <a:t/>
            </a:r>
            <a:endParaRPr b="1" sz="2000">
              <a:latin typeface="Courier New"/>
              <a:ea typeface="Courier New"/>
              <a:cs typeface="Courier New"/>
              <a:sym typeface="Courier New"/>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char retval[] = "Hello there!";</a:t>
            </a:r>
            <a:endParaRPr/>
          </a:p>
          <a:p>
            <a:pPr indent="-342884" lvl="0" marL="342884" rtl="0" algn="l">
              <a:spcBef>
                <a:spcPts val="400"/>
              </a:spcBef>
              <a:spcAft>
                <a:spcPts val="0"/>
              </a:spcAft>
              <a:buClr>
                <a:schemeClr val="dk1"/>
              </a:buClr>
              <a:buSzPts val="2000"/>
              <a:buFont typeface="Helvetica Neue"/>
              <a:buNone/>
            </a:pPr>
            <a:r>
              <a:t/>
            </a:r>
            <a:endParaRPr b="1" sz="2000">
              <a:latin typeface="Courier New"/>
              <a:ea typeface="Courier New"/>
              <a:cs typeface="Courier New"/>
              <a:sym typeface="Courier New"/>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void *threadOne(void *p){</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pthread_exit(retval);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a:p>
            <a:pPr indent="-342884" lvl="0" marL="342884" rtl="0" algn="l">
              <a:spcBef>
                <a:spcPts val="400"/>
              </a:spcBef>
              <a:spcAft>
                <a:spcPts val="0"/>
              </a:spcAft>
              <a:buClr>
                <a:schemeClr val="dk1"/>
              </a:buClr>
              <a:buSzPts val="2000"/>
              <a:buFont typeface="Helvetica Neue"/>
              <a:buNone/>
            </a:pPr>
            <a:r>
              <a:t/>
            </a:r>
            <a:endParaRPr b="1" sz="2000">
              <a:latin typeface="Courier New"/>
              <a:ea typeface="Courier New"/>
              <a:cs typeface="Courier New"/>
              <a:sym typeface="Courier New"/>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void main(){</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void *pretval1;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pthread_t thrID1;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pthread_create(&amp;thrID1, NULL, threadOne, NULL);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pthread_join(thrID1, &amp;pretval1);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printf("*pretval1 = %s\n", (char *)pretval1);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Returning an int value</a:t>
            </a:r>
            <a:endParaRPr/>
          </a:p>
        </p:txBody>
      </p:sp>
      <p:sp>
        <p:nvSpPr>
          <p:cNvPr id="200" name="Google Shape;200;p23"/>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a:bodyPr>
          <a:lstStyle/>
          <a:p>
            <a:pPr indent="-342884" lvl="0" marL="342884" rtl="0" algn="l">
              <a:spcBef>
                <a:spcPts val="0"/>
              </a:spcBef>
              <a:spcAft>
                <a:spcPts val="0"/>
              </a:spcAft>
              <a:buClr>
                <a:schemeClr val="dk1"/>
              </a:buClr>
              <a:buSzPts val="1800"/>
              <a:buFont typeface="Courier New"/>
              <a:buNone/>
            </a:pPr>
            <a:r>
              <a:rPr b="1" lang="en-GB" sz="1800">
                <a:latin typeface="Courier New"/>
                <a:ea typeface="Courier New"/>
                <a:cs typeface="Courier New"/>
                <a:sym typeface="Courier New"/>
              </a:rPr>
              <a:t>int gretval=0;</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*threadOne(void *p){</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gretval = 42;</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pthread_exit(&amp;gretval);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main(){</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void *pretval1;</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int retval;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pthread_t thrID1;</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pthread_create(&amp;thrID1, NULL, threadOne,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pthread_join(thrID1, &amp;pretval1);</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retval=*(int *)pretval1;</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printf("*pretval1 = %d\n", retval);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Return dynamic memory</a:t>
            </a:r>
            <a:endParaRPr/>
          </a:p>
        </p:txBody>
      </p:sp>
      <p:sp>
        <p:nvSpPr>
          <p:cNvPr id="206" name="Google Shape;206;p24"/>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a:bodyPr>
          <a:lstStyle/>
          <a:p>
            <a:pPr indent="-342884" lvl="0" marL="342884" rtl="0" algn="l">
              <a:spcBef>
                <a:spcPts val="0"/>
              </a:spcBef>
              <a:spcAft>
                <a:spcPts val="0"/>
              </a:spcAft>
              <a:buClr>
                <a:schemeClr val="dk1"/>
              </a:buClr>
              <a:buSzPts val="2000"/>
              <a:buFont typeface="Courier New"/>
              <a:buNone/>
            </a:pPr>
            <a:r>
              <a:rPr b="1" lang="en-GB" sz="2000">
                <a:latin typeface="Courier New"/>
                <a:ea typeface="Courier New"/>
                <a:cs typeface="Courier New"/>
                <a:sym typeface="Courier New"/>
              </a:rPr>
              <a:t>void *threadOne(void *p){</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char *retval;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retval= malloc(1000);</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strcpy(retval, "Hello world!");  </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pthread_exit(retval);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a:p>
            <a:pPr indent="-342884" lvl="0" marL="342884" rtl="0" algn="l">
              <a:spcBef>
                <a:spcPts val="400"/>
              </a:spcBef>
              <a:spcAft>
                <a:spcPts val="0"/>
              </a:spcAft>
              <a:buClr>
                <a:schemeClr val="dk1"/>
              </a:buClr>
              <a:buSzPts val="2000"/>
              <a:buFont typeface="Helvetica Neue"/>
              <a:buNone/>
            </a:pPr>
            <a:r>
              <a:t/>
            </a:r>
            <a:endParaRPr b="1" sz="2000">
              <a:latin typeface="Courier New"/>
              <a:ea typeface="Courier New"/>
              <a:cs typeface="Courier New"/>
              <a:sym typeface="Courier New"/>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void main(){</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void *pretval;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pthread_t thrID1;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pthread_create(&amp;thrID1, NULL, threadOne, NULL);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pthread_join(thrID1, &amp;pretval);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printf("*pretval = %s\n", (char *)pretval);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free(pretval);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Return dynamic memory</a:t>
            </a:r>
            <a:endParaRPr/>
          </a:p>
        </p:txBody>
      </p:sp>
      <p:sp>
        <p:nvSpPr>
          <p:cNvPr id="212" name="Google Shape;212;p25"/>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lnSpcReduction="10000"/>
          </a:bodyPr>
          <a:lstStyle/>
          <a:p>
            <a:pPr indent="-342884" lvl="0" marL="342884" rtl="0" algn="l">
              <a:spcBef>
                <a:spcPts val="0"/>
              </a:spcBef>
              <a:spcAft>
                <a:spcPts val="0"/>
              </a:spcAft>
              <a:buClr>
                <a:schemeClr val="dk1"/>
              </a:buClr>
              <a:buSzPts val="2000"/>
              <a:buFont typeface="Courier New"/>
              <a:buNone/>
            </a:pPr>
            <a:r>
              <a:rPr b="1" lang="en-GB" sz="2000">
                <a:latin typeface="Courier New"/>
                <a:ea typeface="Courier New"/>
                <a:cs typeface="Courier New"/>
                <a:sym typeface="Courier New"/>
              </a:rPr>
              <a:t>void *threadOne(void *p){</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int *retval;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retval= malloc(sizeof(int));</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*retval = 42;</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pthread_exit(retval);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a:p>
            <a:pPr indent="-342884" lvl="0" marL="342884" rtl="0" algn="l">
              <a:spcBef>
                <a:spcPts val="400"/>
              </a:spcBef>
              <a:spcAft>
                <a:spcPts val="0"/>
              </a:spcAft>
              <a:buClr>
                <a:schemeClr val="dk1"/>
              </a:buClr>
              <a:buSzPts val="2000"/>
              <a:buFont typeface="Helvetica Neue"/>
              <a:buNone/>
            </a:pPr>
            <a:r>
              <a:t/>
            </a:r>
            <a:endParaRPr b="1" sz="2000">
              <a:latin typeface="Courier New"/>
              <a:ea typeface="Courier New"/>
              <a:cs typeface="Courier New"/>
              <a:sym typeface="Courier New"/>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void main(){</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void *pretval;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int 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pthread_t thrID1;</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pthread_create(&amp;thrID1, NULL, threadOne, NULL);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pthread_join(thrID1, &amp;pretval);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retval=*(int *)pretval;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  printf("retval = %d\n", retval);</a:t>
            </a:r>
            <a:endParaRPr/>
          </a:p>
          <a:p>
            <a:pPr indent="-342884" lvl="0" marL="342884" rtl="0" algn="l">
              <a:spcBef>
                <a:spcPts val="400"/>
              </a:spcBef>
              <a:spcAft>
                <a:spcPts val="0"/>
              </a:spcAft>
              <a:buClr>
                <a:schemeClr val="dk1"/>
              </a:buClr>
              <a:buSzPts val="2000"/>
              <a:buFont typeface="Courier New"/>
              <a:buNone/>
            </a:pPr>
            <a:r>
              <a:rPr b="1" lang="en-GB" sz="2000">
                <a:latin typeface="Courier New"/>
                <a:ea typeface="Courier New"/>
                <a:cs typeface="Courier New"/>
                <a:sym typeface="Courier New"/>
              </a:rPr>
              <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Return a string </a:t>
            </a:r>
            <a:endParaRPr/>
          </a:p>
        </p:txBody>
      </p:sp>
      <p:sp>
        <p:nvSpPr>
          <p:cNvPr id="218" name="Google Shape;218;p26"/>
          <p:cNvSpPr txBox="1"/>
          <p:nvPr/>
        </p:nvSpPr>
        <p:spPr>
          <a:xfrm>
            <a:off x="335360" y="1305341"/>
            <a:ext cx="6192688" cy="3323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400" u="none" cap="none" strike="noStrike">
                <a:solidFill>
                  <a:schemeClr val="dk1"/>
                </a:solidFill>
                <a:latin typeface="Courier New"/>
                <a:ea typeface="Courier New"/>
                <a:cs typeface="Courier New"/>
                <a:sym typeface="Courier New"/>
              </a:rPr>
              <a:t>void *threadOne(void *p) {</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Allocate memory for the string to be returned</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char *retval = malloc(20 * sizeof(char));</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if (retval == NULL) {</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perror("malloc failed");</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pthread_exit(NULL);</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Copy the string into the allocated memory</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strcpy(retval, "Hello from thread");</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Exit the thread, returning the string</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pthread_exit(retval);</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p:txBody>
      </p:sp>
      <p:sp>
        <p:nvSpPr>
          <p:cNvPr id="219" name="Google Shape;219;p26"/>
          <p:cNvSpPr txBox="1"/>
          <p:nvPr/>
        </p:nvSpPr>
        <p:spPr>
          <a:xfrm>
            <a:off x="6334226" y="1028342"/>
            <a:ext cx="5857774" cy="41857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int main() {</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void *pretval1;</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pthread_t thrID1;</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Create the thread</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pthread_create(&amp;thrID1, NULL, threadOne, NULL);</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Wait for the thread to finish and retrieve the return value</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pthread_join(thrID1, &amp;pretval1);</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Print the returned string</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printf("Returned string: %s\n", (char *)pretval1);</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 Free the allocated memory</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free(pretval1);</a:t>
            </a:r>
            <a:endParaRPr/>
          </a:p>
          <a:p>
            <a:pPr indent="0" lvl="0" marL="0" marR="0" rtl="0" algn="l">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  return 0;</a:t>
            </a:r>
            <a:endParaRPr/>
          </a:p>
          <a:p>
            <a:pPr indent="0" lvl="0" marL="0" marR="0" rtl="0" algn="l">
              <a:spcBef>
                <a:spcPts val="0"/>
              </a:spcBef>
              <a:spcAft>
                <a:spcPts val="0"/>
              </a:spcAft>
              <a:buNone/>
            </a:pPr>
            <a:r>
              <a:rPr b="1" lang="en-GB" sz="1400">
                <a:solidFill>
                  <a:schemeClr val="dk1"/>
                </a:solidFill>
                <a:latin typeface="Courier New"/>
                <a:ea typeface="Courier New"/>
                <a:cs typeface="Courier New"/>
                <a:sym typeface="Courier New"/>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Cancelling a running thread</a:t>
            </a:r>
            <a:endParaRPr/>
          </a:p>
        </p:txBody>
      </p:sp>
      <p:sp>
        <p:nvSpPr>
          <p:cNvPr id="225" name="Google Shape;225;p27"/>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600"/>
              <a:buFont typeface="Helvetica Neue"/>
              <a:buChar char="•"/>
            </a:pPr>
            <a:r>
              <a:rPr lang="en-GB" sz="3600"/>
              <a:t>int pthread_cancel(pthread_t thread)</a:t>
            </a:r>
            <a:endParaRPr/>
          </a:p>
          <a:p>
            <a:pPr indent="-285736" lvl="1" marL="742913" rtl="0" algn="l">
              <a:spcBef>
                <a:spcPts val="560"/>
              </a:spcBef>
              <a:spcAft>
                <a:spcPts val="0"/>
              </a:spcAft>
              <a:buClr>
                <a:schemeClr val="dk1"/>
              </a:buClr>
              <a:buSzPts val="2800"/>
              <a:buFont typeface="Helvetica Neue"/>
              <a:buChar char="–"/>
            </a:pPr>
            <a:r>
              <a:rPr lang="en-GB"/>
              <a:t>This function sends a cancellation request to the specified thread.</a:t>
            </a:r>
            <a:endParaRPr/>
          </a:p>
          <a:p>
            <a:pPr indent="-285736" lvl="1" marL="742913" rtl="0" algn="l">
              <a:spcBef>
                <a:spcPts val="560"/>
              </a:spcBef>
              <a:spcAft>
                <a:spcPts val="0"/>
              </a:spcAft>
              <a:buClr>
                <a:schemeClr val="dk1"/>
              </a:buClr>
              <a:buSzPts val="2800"/>
              <a:buFont typeface="Helvetica Neue"/>
              <a:buChar char="–"/>
            </a:pPr>
            <a:r>
              <a:rPr lang="en-GB"/>
              <a:t>The thread can be canceled at any time, usually immediately, but this is not guaranteed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Cancelling a running thread</a:t>
            </a:r>
            <a:endParaRPr/>
          </a:p>
        </p:txBody>
      </p:sp>
      <p:sp>
        <p:nvSpPr>
          <p:cNvPr id="231" name="Google Shape;231;p28"/>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fontScale="92500" lnSpcReduction="20000"/>
          </a:bodyPr>
          <a:lstStyle/>
          <a:p>
            <a:pPr indent="-342884" lvl="0" marL="342884" rtl="0" algn="l">
              <a:spcBef>
                <a:spcPts val="0"/>
              </a:spcBef>
              <a:spcAft>
                <a:spcPts val="0"/>
              </a:spcAft>
              <a:buClr>
                <a:schemeClr val="dk1"/>
              </a:buClr>
              <a:buSzPct val="100000"/>
              <a:buFont typeface="Courier New"/>
              <a:buNone/>
            </a:pPr>
            <a:r>
              <a:rPr b="1" lang="en-GB" sz="2000">
                <a:latin typeface="Courier New"/>
                <a:ea typeface="Courier New"/>
                <a:cs typeface="Courier New"/>
                <a:sym typeface="Courier New"/>
              </a:rPr>
              <a:t>#include &lt;pthread.h&gt;</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#include &lt;stdio.h&gt;</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#include &lt;unistd.h&gt;</a:t>
            </a:r>
            <a:endParaRPr/>
          </a:p>
          <a:p>
            <a:pPr indent="-342884" lvl="0" marL="342884" rtl="0" algn="l">
              <a:spcBef>
                <a:spcPts val="370"/>
              </a:spcBef>
              <a:spcAft>
                <a:spcPts val="0"/>
              </a:spcAft>
              <a:buClr>
                <a:schemeClr val="dk1"/>
              </a:buClr>
              <a:buSzPct val="100000"/>
              <a:buFont typeface="Helvetica Neue"/>
              <a:buNone/>
            </a:pPr>
            <a:r>
              <a:t/>
            </a:r>
            <a:endParaRPr b="1" sz="2000">
              <a:latin typeface="Courier New"/>
              <a:ea typeface="Courier New"/>
              <a:cs typeface="Courier New"/>
              <a:sym typeface="Courier New"/>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void *threadFunc(void *p){</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long i;</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for(i = 0; i &lt;10000000; i++){</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printf("i = %ld\n", i);</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a:t>
            </a:r>
            <a:endParaRPr/>
          </a:p>
          <a:p>
            <a:pPr indent="-342884" lvl="0" marL="342884" rtl="0" algn="l">
              <a:spcBef>
                <a:spcPts val="370"/>
              </a:spcBef>
              <a:spcAft>
                <a:spcPts val="0"/>
              </a:spcAft>
              <a:buClr>
                <a:schemeClr val="dk1"/>
              </a:buClr>
              <a:buSzPct val="100000"/>
              <a:buFont typeface="Helvetica Neue"/>
              <a:buNone/>
            </a:pPr>
            <a:r>
              <a:t/>
            </a:r>
            <a:endParaRPr b="1" sz="2000">
              <a:latin typeface="Courier New"/>
              <a:ea typeface="Courier New"/>
              <a:cs typeface="Courier New"/>
              <a:sym typeface="Courier New"/>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void main(){</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pthread_t thrID;</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pthread_create(&amp;thrID, NULL, threadFunc, NULL);</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sleep(1);</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pthread_cancel(thrID);</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  pthread_join(thrID, NULL);</a:t>
            </a:r>
            <a:endParaRPr/>
          </a:p>
          <a:p>
            <a:pPr indent="-342884" lvl="0" marL="342884" rtl="0" algn="l">
              <a:spcBef>
                <a:spcPts val="370"/>
              </a:spcBef>
              <a:spcAft>
                <a:spcPts val="0"/>
              </a:spcAft>
              <a:buClr>
                <a:schemeClr val="dk1"/>
              </a:buClr>
              <a:buSzPct val="100000"/>
              <a:buFont typeface="Courier New"/>
              <a:buNone/>
            </a:pPr>
            <a:r>
              <a:rPr b="1" lang="en-GB" sz="2000">
                <a:latin typeface="Courier New"/>
                <a:ea typeface="Courier New"/>
                <a:cs typeface="Courier New"/>
                <a:sym typeface="Courier New"/>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Semaphore functions</a:t>
            </a:r>
            <a:endParaRPr/>
          </a:p>
        </p:txBody>
      </p:sp>
      <p:sp>
        <p:nvSpPr>
          <p:cNvPr id="237" name="Google Shape;237;p29"/>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fontScale="92500" lnSpcReduction="20000"/>
          </a:bodyPr>
          <a:lstStyle/>
          <a:p>
            <a:pPr indent="-342884" lvl="0" marL="342884" rtl="0" algn="l">
              <a:spcBef>
                <a:spcPts val="0"/>
              </a:spcBef>
              <a:spcAft>
                <a:spcPts val="0"/>
              </a:spcAft>
              <a:buClr>
                <a:schemeClr val="dk1"/>
              </a:buClr>
              <a:buSzPct val="100000"/>
              <a:buFont typeface="Helvetica Neue"/>
              <a:buChar char="•"/>
            </a:pPr>
            <a:r>
              <a:rPr lang="en-GB"/>
              <a:t>int sem_init (sem_t *sem, int pshared, unsigned int value) </a:t>
            </a:r>
            <a:endParaRPr/>
          </a:p>
          <a:p>
            <a:pPr indent="-285736" lvl="1" marL="742913" rtl="0" algn="l">
              <a:spcBef>
                <a:spcPts val="518"/>
              </a:spcBef>
              <a:spcAft>
                <a:spcPts val="0"/>
              </a:spcAft>
              <a:buClr>
                <a:schemeClr val="dk1"/>
              </a:buClr>
              <a:buSzPct val="100000"/>
              <a:buFont typeface="Helvetica Neue"/>
              <a:buChar char="–"/>
            </a:pPr>
            <a:r>
              <a:rPr lang="en-GB"/>
              <a:t>sem_init initializes the semaphore. The pshared  indicates whether the semaphore is local to the current process (0) or is to be shared between several processes (not zero)., The value is the initial count value of the semaphore. Value parameter depends on Binary semaphore(1-Locked, 0-Unlocked) and Counting Semaphore(3)</a:t>
            </a:r>
            <a:endParaRPr/>
          </a:p>
          <a:p>
            <a:pPr indent="-342884" lvl="0" marL="342884" rtl="0" algn="l">
              <a:spcBef>
                <a:spcPts val="592"/>
              </a:spcBef>
              <a:spcAft>
                <a:spcPts val="0"/>
              </a:spcAft>
              <a:buClr>
                <a:schemeClr val="dk1"/>
              </a:buClr>
              <a:buSzPct val="100000"/>
              <a:buFont typeface="Helvetica Neue"/>
              <a:buChar char="•"/>
            </a:pPr>
            <a:r>
              <a:rPr lang="en-GB"/>
              <a:t>int sem_destroy (sem_t * sem) </a:t>
            </a:r>
            <a:endParaRPr/>
          </a:p>
          <a:p>
            <a:pPr indent="-285736" lvl="1" marL="742913" rtl="0" algn="l">
              <a:spcBef>
                <a:spcPts val="518"/>
              </a:spcBef>
              <a:spcAft>
                <a:spcPts val="0"/>
              </a:spcAft>
              <a:buClr>
                <a:schemeClr val="dk1"/>
              </a:buClr>
              <a:buSzPct val="100000"/>
              <a:buFont typeface="Helvetica Neue"/>
              <a:buChar char="–"/>
            </a:pPr>
            <a:r>
              <a:rPr lang="en-GB"/>
              <a:t>sem_destroy frees the resources held by the semaphore..</a:t>
            </a:r>
            <a:endParaRPr/>
          </a:p>
          <a:p>
            <a:pPr indent="-342884" lvl="0" marL="342884" rtl="0" algn="l">
              <a:spcBef>
                <a:spcPts val="592"/>
              </a:spcBef>
              <a:spcAft>
                <a:spcPts val="0"/>
              </a:spcAft>
              <a:buClr>
                <a:schemeClr val="dk1"/>
              </a:buClr>
              <a:buSzPct val="100000"/>
              <a:buFont typeface="Helvetica Neue"/>
              <a:buChar char="•"/>
            </a:pPr>
            <a:r>
              <a:rPr lang="en-GB"/>
              <a:t>int sem_wait (sem_t * sem)</a:t>
            </a:r>
            <a:endParaRPr/>
          </a:p>
          <a:p>
            <a:pPr indent="-285736" lvl="1" marL="742913" rtl="0" algn="l">
              <a:spcBef>
                <a:spcPts val="518"/>
              </a:spcBef>
              <a:spcAft>
                <a:spcPts val="0"/>
              </a:spcAft>
              <a:buClr>
                <a:schemeClr val="dk1"/>
              </a:buClr>
              <a:buSzPct val="100000"/>
              <a:buFont typeface="Helvetica Neue"/>
              <a:buChar char="–"/>
            </a:pPr>
            <a:r>
              <a:rPr lang="en-GB"/>
              <a:t>sem_wait suspends the calling thread until the semaphore pointed to by sem has non-zero count. It then  decreases the semaphore count.</a:t>
            </a:r>
            <a:endParaRPr/>
          </a:p>
          <a:p>
            <a:pPr indent="-342884" lvl="0" marL="342884" rtl="0" algn="l">
              <a:spcBef>
                <a:spcPts val="592"/>
              </a:spcBef>
              <a:spcAft>
                <a:spcPts val="0"/>
              </a:spcAft>
              <a:buClr>
                <a:schemeClr val="dk1"/>
              </a:buClr>
              <a:buSzPct val="100000"/>
              <a:buFont typeface="Helvetica Neue"/>
              <a:buChar char="•"/>
            </a:pPr>
            <a:r>
              <a:rPr lang="en-GB"/>
              <a:t>int sem_post (sem_t * sem) </a:t>
            </a:r>
            <a:endParaRPr/>
          </a:p>
          <a:p>
            <a:pPr indent="-285736" lvl="1" marL="742913" rtl="0" algn="l">
              <a:spcBef>
                <a:spcPts val="518"/>
              </a:spcBef>
              <a:spcAft>
                <a:spcPts val="0"/>
              </a:spcAft>
              <a:buClr>
                <a:schemeClr val="dk1"/>
              </a:buClr>
              <a:buSzPct val="100000"/>
              <a:buFont typeface="Helvetica Neue"/>
              <a:buChar char="–"/>
            </a:pPr>
            <a:r>
              <a:rPr lang="en-GB"/>
              <a:t>sem_post increases the count of the semaphore pointed to by sem. This function never blocks.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Flowchart for Semaphores</a:t>
            </a:r>
            <a:endParaRPr/>
          </a:p>
        </p:txBody>
      </p:sp>
      <p:pic>
        <p:nvPicPr>
          <p:cNvPr id="243" name="Google Shape;243;p30"/>
          <p:cNvPicPr preferRelativeResize="0"/>
          <p:nvPr/>
        </p:nvPicPr>
        <p:blipFill rotWithShape="1">
          <a:blip r:embed="rId3">
            <a:alphaModFix/>
          </a:blip>
          <a:srcRect b="0" l="0" r="0" t="0"/>
          <a:stretch/>
        </p:blipFill>
        <p:spPr>
          <a:xfrm>
            <a:off x="616366" y="1052737"/>
            <a:ext cx="10959269" cy="5616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Simple Semaphore example</a:t>
            </a:r>
            <a:endParaRPr/>
          </a:p>
        </p:txBody>
      </p:sp>
      <p:sp>
        <p:nvSpPr>
          <p:cNvPr id="249" name="Google Shape;249;p31"/>
          <p:cNvSpPr txBox="1"/>
          <p:nvPr>
            <p:ph idx="1" type="body"/>
          </p:nvPr>
        </p:nvSpPr>
        <p:spPr>
          <a:xfrm>
            <a:off x="239349" y="980728"/>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1400"/>
              <a:buFont typeface="Courier New"/>
              <a:buNone/>
            </a:pPr>
            <a:r>
              <a:rPr b="1" lang="en-GB" sz="1400">
                <a:latin typeface="Courier New"/>
                <a:ea typeface="Courier New"/>
                <a:cs typeface="Courier New"/>
                <a:sym typeface="Courier New"/>
              </a:rPr>
              <a:t>#include &lt;stdio.h&gt;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#include &lt;pthread.h&gt;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#include &lt;unistd.h&gt;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#include &lt;semaphore.h&gt; </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sem_t semaBooks; </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int booksAvailable = 3;</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void *borrower(void *p)</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for(int i = 0; i&lt;=10; i++){</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printf("Borrower %d wants to borrow a book. ",(int)p);</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printf("Books available = %d\n",booksAvailable);</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sem_wait(&amp;semaBooks); //Borrowing a book</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printf("Borrower %d gets a book. ", (int)p);</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booksAvailable--; </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printf("Books available = %d\n",booksAvailable);</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usleep(10000); //reading book</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printf("Borrower %d is returning a book. ", (int)p);</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booksAvailable++; </a:t>
            </a:r>
            <a:endParaRPr/>
          </a:p>
          <a:p>
            <a:pPr indent="-342884" lvl="0" marL="342884" rtl="0" algn="l">
              <a:spcBef>
                <a:spcPts val="280"/>
              </a:spcBef>
              <a:spcAft>
                <a:spcPts val="0"/>
              </a:spcAft>
              <a:buClr>
                <a:srgbClr val="7F7F7F"/>
              </a:buClr>
              <a:buSzPts val="1400"/>
              <a:buFont typeface="Courier New"/>
              <a:buNone/>
            </a:pPr>
            <a:r>
              <a:rPr b="1" lang="en-GB" sz="1400">
                <a:solidFill>
                  <a:srgbClr val="7F7F7F"/>
                </a:solidFill>
                <a:latin typeface="Courier New"/>
                <a:ea typeface="Courier New"/>
                <a:cs typeface="Courier New"/>
                <a:sym typeface="Courier New"/>
              </a:rPr>
              <a:t>    printf("Books available = %d\n",booksAvailable);</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sem_post(&amp;semaBooks); //Returning a book</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return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void main()</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pthread_t thrID1, thrID2, thrID3;</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pthread_t thrID4, thrID5, thrID6;</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sem_init(&amp;semaBooks, 0, 3 ); </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pthread_create(&amp;thrID1, NULL, borrower, (void *)1);</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pthread_create(&amp;thrID2, NULL, borrower, (void *)2);</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pthread_create(&amp;thrID3, NULL, borrower, (void *)3);</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pthread_create(&amp;thrID4, NULL, borrower, (void *)4);</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pthread_create(&amp;thrID5, NULL, borrower, (void *)5);</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pthread_create(&amp;thrID6, NULL, borrower, (void *)6);</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pthread_join(thrID1,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pthread_join(thrID2,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pthread_join(thrID3,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pthread_join(thrID4,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pthread_join(thrID5,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pthread_join(thrID6, NULL);</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  sem_destroy(&amp;semaBooks);</a:t>
            </a:r>
            <a:endParaRPr/>
          </a:p>
          <a:p>
            <a:pPr indent="-342884" lvl="0" marL="342884" rtl="0" algn="l">
              <a:spcBef>
                <a:spcPts val="280"/>
              </a:spcBef>
              <a:spcAft>
                <a:spcPts val="0"/>
              </a:spcAft>
              <a:buClr>
                <a:schemeClr val="dk1"/>
              </a:buClr>
              <a:buSzPts val="1400"/>
              <a:buFont typeface="Courier New"/>
              <a:buNone/>
            </a:pPr>
            <a:r>
              <a:rPr b="1" lang="en-GB" sz="1400">
                <a:latin typeface="Courier New"/>
                <a:ea typeface="Courier New"/>
                <a:cs typeface="Courier New"/>
                <a:sym typeface="Courier New"/>
              </a:rPr>
              <a:t>}</a:t>
            </a:r>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a:p>
            <a:pPr indent="-342884" lvl="0" marL="342884" rtl="0" algn="l">
              <a:spcBef>
                <a:spcPts val="280"/>
              </a:spcBef>
              <a:spcAft>
                <a:spcPts val="0"/>
              </a:spcAft>
              <a:buClr>
                <a:schemeClr val="dk1"/>
              </a:buClr>
              <a:buSzPts val="1400"/>
              <a:buFont typeface="Helvetica Neue"/>
              <a:buNone/>
            </a:pPr>
            <a:r>
              <a:t/>
            </a:r>
            <a:endParaRPr b="1" sz="1400">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Critical Sections</a:t>
            </a:r>
            <a:endParaRPr/>
          </a:p>
        </p:txBody>
      </p:sp>
      <p:sp>
        <p:nvSpPr>
          <p:cNvPr id="255" name="Google Shape;255;p32"/>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When multiple threads share global resources, they may interfere with each other</a:t>
            </a:r>
            <a:endParaRPr/>
          </a:p>
          <a:p>
            <a:pPr indent="-342884" lvl="0" marL="342884" rtl="0" algn="l">
              <a:spcBef>
                <a:spcPts val="640"/>
              </a:spcBef>
              <a:spcAft>
                <a:spcPts val="0"/>
              </a:spcAft>
              <a:buClr>
                <a:schemeClr val="dk1"/>
              </a:buClr>
              <a:buSzPts val="3200"/>
              <a:buFont typeface="Helvetica Neue"/>
              <a:buChar char="•"/>
            </a:pPr>
            <a:r>
              <a:rPr lang="en-GB"/>
              <a:t>We need a protection mechanism to prevent this interference </a:t>
            </a:r>
            <a:endParaRPr/>
          </a:p>
          <a:p>
            <a:pPr indent="-342884" lvl="0" marL="342884" rtl="0" algn="l">
              <a:spcBef>
                <a:spcPts val="640"/>
              </a:spcBef>
              <a:spcAft>
                <a:spcPts val="0"/>
              </a:spcAft>
              <a:buClr>
                <a:schemeClr val="dk1"/>
              </a:buClr>
              <a:buSzPts val="3200"/>
              <a:buFont typeface="Helvetica Neue"/>
              <a:buChar char="•"/>
            </a:pPr>
            <a:r>
              <a:rPr b="1" lang="en-GB"/>
              <a:t>Critical section </a:t>
            </a:r>
            <a:r>
              <a:rPr lang="en-GB"/>
              <a:t>- section of code that need this protection</a:t>
            </a:r>
            <a:endParaRPr/>
          </a:p>
          <a:p>
            <a:pPr indent="-139683" lvl="0" marL="342884" rtl="0" algn="l">
              <a:spcBef>
                <a:spcPts val="640"/>
              </a:spcBef>
              <a:spcAft>
                <a:spcPts val="0"/>
              </a:spcAft>
              <a:buClr>
                <a:schemeClr val="dk1"/>
              </a:buClr>
              <a:buSzPts val="3200"/>
              <a:buFont typeface="Helvetica Neue"/>
              <a:buNone/>
            </a:pPr>
            <a:r>
              <a:t/>
            </a:r>
            <a:endParaRPr/>
          </a:p>
        </p:txBody>
      </p:sp>
      <p:pic>
        <p:nvPicPr>
          <p:cNvPr id="256" name="Google Shape;256;p32"/>
          <p:cNvPicPr preferRelativeResize="0"/>
          <p:nvPr/>
        </p:nvPicPr>
        <p:blipFill rotWithShape="1">
          <a:blip r:embed="rId3">
            <a:alphaModFix/>
          </a:blip>
          <a:srcRect b="0" l="0" r="0" t="0"/>
          <a:stretch/>
        </p:blipFill>
        <p:spPr>
          <a:xfrm>
            <a:off x="2049150" y="4509120"/>
            <a:ext cx="8093700" cy="1800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Thread interference</a:t>
            </a:r>
            <a:endParaRPr/>
          </a:p>
        </p:txBody>
      </p:sp>
      <p:sp>
        <p:nvSpPr>
          <p:cNvPr id="262" name="Google Shape;262;p33"/>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lnSpcReduction="10000"/>
          </a:bodyPr>
          <a:lstStyle/>
          <a:p>
            <a:pPr indent="-342884" lvl="0" marL="342884" rtl="0" algn="l">
              <a:spcBef>
                <a:spcPts val="0"/>
              </a:spcBef>
              <a:spcAft>
                <a:spcPts val="0"/>
              </a:spcAft>
              <a:buClr>
                <a:schemeClr val="dk1"/>
              </a:buClr>
              <a:buSzPts val="1800"/>
              <a:buFont typeface="Courier New"/>
              <a:buNone/>
            </a:pPr>
            <a:r>
              <a:rPr b="1" lang="en-GB" sz="1800">
                <a:latin typeface="Courier New"/>
                <a:ea typeface="Courier New"/>
                <a:cs typeface="Courier New"/>
                <a:sym typeface="Courier New"/>
              </a:rPr>
              <a:t>int counter=0;</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*threadOne(void *p)</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for(int i=0; i&lt;1000; 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counter =</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doSomething(counter);</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*threadTwo(void *p)</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for(int i=0; i&lt;1000; i++){</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counter =</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doSomething(counter);</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void main()</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pthread_t thrID1, thrID2;</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pthread_create(&amp;thrID1,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threadOne,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pthread_create(&amp;thrID2,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threadTwo,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pthread_join(thrID1,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pthread_join(thrID2, NULL);</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printf("Final counter = %d\n",</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        counter);</a:t>
            </a:r>
            <a:endParaRPr/>
          </a:p>
          <a:p>
            <a:pPr indent="-342884" lvl="0" marL="342884" rtl="0" algn="l">
              <a:spcBef>
                <a:spcPts val="360"/>
              </a:spcBef>
              <a:spcAft>
                <a:spcPts val="0"/>
              </a:spcAft>
              <a:buClr>
                <a:schemeClr val="dk1"/>
              </a:buClr>
              <a:buSzPts val="1800"/>
              <a:buFont typeface="Courier New"/>
              <a:buNone/>
            </a:pPr>
            <a:r>
              <a:rPr b="1" lang="en-GB" sz="1800">
                <a:latin typeface="Courier New"/>
                <a:ea typeface="Courier New"/>
                <a:cs typeface="Courier New"/>
                <a:sym typeface="Courier New"/>
              </a:rPr>
              <a:t>}</a:t>
            </a:r>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a:p>
            <a:pPr indent="-342884" lvl="0" marL="342884" rtl="0" algn="l">
              <a:spcBef>
                <a:spcPts val="360"/>
              </a:spcBef>
              <a:spcAft>
                <a:spcPts val="0"/>
              </a:spcAft>
              <a:buClr>
                <a:schemeClr val="dk1"/>
              </a:buClr>
              <a:buSzPts val="1800"/>
              <a:buFont typeface="Helvetica Neue"/>
              <a:buNone/>
            </a:pPr>
            <a:r>
              <a:t/>
            </a:r>
            <a:endParaRPr b="1" sz="1800">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Critical Section</a:t>
            </a:r>
            <a:endParaRPr/>
          </a:p>
        </p:txBody>
      </p:sp>
      <p:sp>
        <p:nvSpPr>
          <p:cNvPr id="268" name="Google Shape;268;p34"/>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The critical section that needs to be protected in this code is this bit in both threads:</a:t>
            </a:r>
            <a:endParaRPr/>
          </a:p>
          <a:p>
            <a:pPr indent="-139683" lvl="0" marL="342884" rtl="0" algn="l">
              <a:spcBef>
                <a:spcPts val="640"/>
              </a:spcBef>
              <a:spcAft>
                <a:spcPts val="0"/>
              </a:spcAft>
              <a:buClr>
                <a:schemeClr val="dk1"/>
              </a:buClr>
              <a:buSzPts val="3200"/>
              <a:buFont typeface="Helvetica Neue"/>
              <a:buNone/>
            </a:pPr>
            <a:r>
              <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for(int i=0; i&lt;1000; i++){</a:t>
            </a:r>
            <a:endParaRPr/>
          </a:p>
          <a:p>
            <a:pPr indent="-342884" lvl="0" marL="342884" rtl="0" algn="l">
              <a:spcBef>
                <a:spcPts val="640"/>
              </a:spcBef>
              <a:spcAft>
                <a:spcPts val="0"/>
              </a:spcAft>
              <a:buClr>
                <a:srgbClr val="FF0000"/>
              </a:buClr>
              <a:buSzPts val="3200"/>
              <a:buFont typeface="Courier New"/>
              <a:buNone/>
            </a:pPr>
            <a:r>
              <a:rPr b="1" lang="en-GB">
                <a:solidFill>
                  <a:srgbClr val="FF0000"/>
                </a:solidFill>
                <a:latin typeface="Courier New"/>
                <a:ea typeface="Courier New"/>
                <a:cs typeface="Courier New"/>
                <a:sym typeface="Courier New"/>
              </a:rPr>
              <a:t>  counter = doSomething(counter);</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a:t>
            </a:r>
            <a:endParaRPr/>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Protecting Critical Sections</a:t>
            </a:r>
            <a:endParaRPr/>
          </a:p>
        </p:txBody>
      </p:sp>
      <p:sp>
        <p:nvSpPr>
          <p:cNvPr id="274" name="Google Shape;274;p35"/>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The critical section is protected by mutex:</a:t>
            </a:r>
            <a:endParaRPr/>
          </a:p>
          <a:p>
            <a:pPr indent="-139683" lvl="0" marL="342884" rtl="0" algn="l">
              <a:spcBef>
                <a:spcPts val="640"/>
              </a:spcBef>
              <a:spcAft>
                <a:spcPts val="0"/>
              </a:spcAft>
              <a:buClr>
                <a:schemeClr val="dk1"/>
              </a:buClr>
              <a:buSzPts val="3200"/>
              <a:buFont typeface="Helvetica Neue"/>
              <a:buNone/>
            </a:pPr>
            <a:r>
              <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for(int i=0; i&lt;100; i++){</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pthread_mutex_lock(&amp;mutex);</a:t>
            </a:r>
            <a:endParaRPr/>
          </a:p>
          <a:p>
            <a:pPr indent="-342884" lvl="0" marL="342884" rtl="0" algn="l">
              <a:spcBef>
                <a:spcPts val="640"/>
              </a:spcBef>
              <a:spcAft>
                <a:spcPts val="0"/>
              </a:spcAft>
              <a:buClr>
                <a:srgbClr val="FF0000"/>
              </a:buClr>
              <a:buSzPts val="3200"/>
              <a:buFont typeface="Courier New"/>
              <a:buNone/>
            </a:pPr>
            <a:r>
              <a:rPr b="1" lang="en-GB">
                <a:solidFill>
                  <a:srgbClr val="FF0000"/>
                </a:solidFill>
                <a:latin typeface="Courier New"/>
                <a:ea typeface="Courier New"/>
                <a:cs typeface="Courier New"/>
                <a:sym typeface="Courier New"/>
              </a:rPr>
              <a:t>  counter = doSomething(counter);</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pthread_mutex_unlock(&amp;mutex);</a:t>
            </a:r>
            <a:endParaRPr/>
          </a:p>
          <a:p>
            <a:pPr indent="-342884" lvl="0" marL="342884" rtl="0" algn="l">
              <a:spcBef>
                <a:spcPts val="640"/>
              </a:spcBef>
              <a:spcAft>
                <a:spcPts val="0"/>
              </a:spcAft>
              <a:buClr>
                <a:schemeClr val="dk1"/>
              </a:buClr>
              <a:buSzPts val="3200"/>
              <a:buFont typeface="Courier New"/>
              <a:buNone/>
            </a:pPr>
            <a:r>
              <a:rPr b="1" lang="en-GB">
                <a:latin typeface="Courier New"/>
                <a:ea typeface="Courier New"/>
                <a:cs typeface="Courier New"/>
                <a:sym typeface="Courier New"/>
              </a:rPr>
              <a:t> }</a:t>
            </a:r>
            <a:endParaRPr/>
          </a:p>
          <a:p>
            <a:pPr indent="-139683" lvl="0" marL="342884" rtl="0" algn="l">
              <a:spcBef>
                <a:spcPts val="640"/>
              </a:spcBef>
              <a:spcAft>
                <a:spcPts val="0"/>
              </a:spcAft>
              <a:buClr>
                <a:schemeClr val="dk1"/>
              </a:buClr>
              <a:buSzPts val="3200"/>
              <a:buFont typeface="Helvetica Neue"/>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Pthread Mutex Functions</a:t>
            </a:r>
            <a:endParaRPr/>
          </a:p>
        </p:txBody>
      </p:sp>
      <p:sp>
        <p:nvSpPr>
          <p:cNvPr id="280" name="Google Shape;280;p36"/>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rmAutofit fontScale="92500" lnSpcReduction="10000"/>
          </a:bodyPr>
          <a:lstStyle/>
          <a:p>
            <a:pPr indent="-342884" lvl="0" marL="342884" rtl="0" algn="l">
              <a:spcBef>
                <a:spcPts val="0"/>
              </a:spcBef>
              <a:spcAft>
                <a:spcPts val="0"/>
              </a:spcAft>
              <a:buClr>
                <a:schemeClr val="dk1"/>
              </a:buClr>
              <a:buSzPct val="100000"/>
              <a:buFont typeface="Helvetica Neue"/>
              <a:buChar char="•"/>
            </a:pPr>
            <a:r>
              <a:rPr lang="en-GB"/>
              <a:t>pthread_mutex_init (mutex,attr)</a:t>
            </a:r>
            <a:endParaRPr/>
          </a:p>
          <a:p>
            <a:pPr indent="-285736" lvl="1" marL="742913" rtl="0" algn="l">
              <a:spcBef>
                <a:spcPts val="518"/>
              </a:spcBef>
              <a:spcAft>
                <a:spcPts val="0"/>
              </a:spcAft>
              <a:buClr>
                <a:schemeClr val="dk1"/>
              </a:buClr>
              <a:buSzPct val="100000"/>
              <a:buFont typeface="Helvetica Neue"/>
              <a:buChar char="–"/>
            </a:pPr>
            <a:r>
              <a:rPr lang="en-GB"/>
              <a:t>Initialises the mutex, "attr" is optional,; should be set to NULL</a:t>
            </a:r>
            <a:endParaRPr/>
          </a:p>
          <a:p>
            <a:pPr indent="-342884" lvl="0" marL="342884" rtl="0" algn="l">
              <a:spcBef>
                <a:spcPts val="592"/>
              </a:spcBef>
              <a:spcAft>
                <a:spcPts val="0"/>
              </a:spcAft>
              <a:buClr>
                <a:schemeClr val="dk1"/>
              </a:buClr>
              <a:buSzPct val="100000"/>
              <a:buFont typeface="Helvetica Neue"/>
              <a:buChar char="•"/>
            </a:pPr>
            <a:r>
              <a:rPr lang="en-GB"/>
              <a:t>pthread_mutex_destroy (mutex) </a:t>
            </a:r>
            <a:endParaRPr/>
          </a:p>
          <a:p>
            <a:pPr indent="-285736" lvl="1" marL="742913" rtl="0" algn="l">
              <a:spcBef>
                <a:spcPts val="518"/>
              </a:spcBef>
              <a:spcAft>
                <a:spcPts val="0"/>
              </a:spcAft>
              <a:buClr>
                <a:schemeClr val="dk1"/>
              </a:buClr>
              <a:buSzPct val="100000"/>
              <a:buFont typeface="Helvetica Neue"/>
              <a:buChar char="–"/>
            </a:pPr>
            <a:r>
              <a:rPr lang="en-GB"/>
              <a:t>Frees the resources used by the mutex</a:t>
            </a:r>
            <a:endParaRPr/>
          </a:p>
          <a:p>
            <a:pPr indent="-342884" lvl="0" marL="342884" rtl="0" algn="l">
              <a:spcBef>
                <a:spcPts val="592"/>
              </a:spcBef>
              <a:spcAft>
                <a:spcPts val="0"/>
              </a:spcAft>
              <a:buClr>
                <a:schemeClr val="dk1"/>
              </a:buClr>
              <a:buSzPct val="100000"/>
              <a:buFont typeface="Helvetica Neue"/>
              <a:buChar char="•"/>
            </a:pPr>
            <a:r>
              <a:rPr lang="en-GB"/>
              <a:t>pthread_mutex_lock (mutex)</a:t>
            </a:r>
            <a:endParaRPr/>
          </a:p>
          <a:p>
            <a:pPr indent="-285736" lvl="1" marL="742913" rtl="0" algn="l">
              <a:spcBef>
                <a:spcPts val="518"/>
              </a:spcBef>
              <a:spcAft>
                <a:spcPts val="0"/>
              </a:spcAft>
              <a:buClr>
                <a:schemeClr val="dk1"/>
              </a:buClr>
              <a:buSzPct val="100000"/>
              <a:buFont typeface="Helvetica Neue"/>
              <a:buChar char="–"/>
            </a:pPr>
            <a:r>
              <a:rPr lang="en-GB"/>
              <a:t>Locks the mutex. If the mutex is already locked by another thread, it will wait, until it acquires the lock</a:t>
            </a:r>
            <a:endParaRPr/>
          </a:p>
          <a:p>
            <a:pPr indent="-342884" lvl="0" marL="342884" rtl="0" algn="l">
              <a:spcBef>
                <a:spcPts val="592"/>
              </a:spcBef>
              <a:spcAft>
                <a:spcPts val="0"/>
              </a:spcAft>
              <a:buClr>
                <a:schemeClr val="dk1"/>
              </a:buClr>
              <a:buSzPct val="100000"/>
              <a:buFont typeface="Helvetica Neue"/>
              <a:buChar char="•"/>
            </a:pPr>
            <a:r>
              <a:rPr lang="en-GB"/>
              <a:t>pthread_mutex_unlock (mutex) </a:t>
            </a:r>
            <a:endParaRPr/>
          </a:p>
          <a:p>
            <a:pPr indent="-285736" lvl="1" marL="742913" rtl="0" algn="l">
              <a:spcBef>
                <a:spcPts val="518"/>
              </a:spcBef>
              <a:spcAft>
                <a:spcPts val="0"/>
              </a:spcAft>
              <a:buClr>
                <a:schemeClr val="dk1"/>
              </a:buClr>
              <a:buSzPct val="100000"/>
              <a:buFont typeface="Helvetica Neue"/>
              <a:buChar char="–"/>
            </a:pPr>
            <a:r>
              <a:rPr lang="en-GB"/>
              <a:t>Unlocks the mutex. If another thread is waiting to lock the mutex, the lock will be transfered to the waiting thread.</a:t>
            </a:r>
            <a:endParaRPr/>
          </a:p>
          <a:p>
            <a:pPr indent="-342884" lvl="0" marL="342884" rtl="0" algn="l">
              <a:spcBef>
                <a:spcPts val="592"/>
              </a:spcBef>
              <a:spcAft>
                <a:spcPts val="0"/>
              </a:spcAft>
              <a:buClr>
                <a:schemeClr val="dk1"/>
              </a:buClr>
              <a:buSzPct val="100000"/>
              <a:buFont typeface="Helvetica Neue"/>
              <a:buChar char="•"/>
            </a:pPr>
            <a:r>
              <a:rPr lang="en-GB"/>
              <a:t>pthread_mutex_t</a:t>
            </a:r>
            <a:endParaRPr/>
          </a:p>
          <a:p>
            <a:pPr indent="-285736" lvl="1" marL="742913" rtl="0" algn="l">
              <a:spcBef>
                <a:spcPts val="518"/>
              </a:spcBef>
              <a:spcAft>
                <a:spcPts val="0"/>
              </a:spcAft>
              <a:buClr>
                <a:schemeClr val="dk1"/>
              </a:buClr>
              <a:buSzPct val="100000"/>
              <a:buFont typeface="Helvetica Neue"/>
              <a:buChar char="–"/>
            </a:pPr>
            <a:r>
              <a:rPr lang="en-GB"/>
              <a:t>This is the mutex datatype.</a:t>
            </a:r>
            <a:endParaRPr/>
          </a:p>
          <a:p>
            <a:pPr indent="-154923" lvl="0" marL="342884" rtl="0" algn="l">
              <a:spcBef>
                <a:spcPts val="592"/>
              </a:spcBef>
              <a:spcAft>
                <a:spcPts val="0"/>
              </a:spcAft>
              <a:buClr>
                <a:schemeClr val="dk1"/>
              </a:buClr>
              <a:buSzPct val="100000"/>
              <a:buFont typeface="Helvetica Neue"/>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Only one thread can lock a Mutex</a:t>
            </a:r>
            <a:endParaRPr/>
          </a:p>
        </p:txBody>
      </p:sp>
      <p:pic>
        <p:nvPicPr>
          <p:cNvPr id="286" name="Google Shape;286;p37"/>
          <p:cNvPicPr preferRelativeResize="0"/>
          <p:nvPr/>
        </p:nvPicPr>
        <p:blipFill rotWithShape="1">
          <a:blip r:embed="rId3">
            <a:alphaModFix/>
          </a:blip>
          <a:srcRect b="0" l="0" r="0" t="0"/>
          <a:stretch/>
        </p:blipFill>
        <p:spPr>
          <a:xfrm>
            <a:off x="2181976" y="1052737"/>
            <a:ext cx="7828048" cy="56166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8"/>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Deadlocks</a:t>
            </a:r>
            <a:endParaRPr/>
          </a:p>
        </p:txBody>
      </p:sp>
      <p:sp>
        <p:nvSpPr>
          <p:cNvPr id="292" name="Google Shape;292;p38"/>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lang="en-GB"/>
              <a:t>With mutexes, there is the possibility of deadlocks.</a:t>
            </a:r>
            <a:endParaRPr/>
          </a:p>
          <a:p>
            <a:pPr indent="-342884" lvl="0" marL="342884" rtl="0" algn="l">
              <a:spcBef>
                <a:spcPts val="640"/>
              </a:spcBef>
              <a:spcAft>
                <a:spcPts val="0"/>
              </a:spcAft>
              <a:buClr>
                <a:schemeClr val="dk1"/>
              </a:buClr>
              <a:buSzPts val="3200"/>
              <a:buFont typeface="Helvetica Neue"/>
              <a:buChar char="•"/>
            </a:pPr>
            <a:r>
              <a:rPr lang="en-GB"/>
              <a:t>This is when all the threads are waiting for different mutexes which are locked by other threads. E.g.:</a:t>
            </a:r>
            <a:endParaRPr/>
          </a:p>
          <a:p>
            <a:pPr indent="-285736" lvl="1" marL="742913" rtl="0" algn="l">
              <a:spcBef>
                <a:spcPts val="560"/>
              </a:spcBef>
              <a:spcAft>
                <a:spcPts val="0"/>
              </a:spcAft>
              <a:buClr>
                <a:schemeClr val="dk1"/>
              </a:buClr>
              <a:buSzPts val="2800"/>
              <a:buFont typeface="Helvetica Neue"/>
              <a:buChar char="–"/>
            </a:pPr>
            <a:r>
              <a:rPr lang="en-GB"/>
              <a:t>Thread A locks Mutex 1</a:t>
            </a:r>
            <a:endParaRPr/>
          </a:p>
          <a:p>
            <a:pPr indent="-285736" lvl="1" marL="742913" rtl="0" algn="l">
              <a:spcBef>
                <a:spcPts val="560"/>
              </a:spcBef>
              <a:spcAft>
                <a:spcPts val="0"/>
              </a:spcAft>
              <a:buClr>
                <a:schemeClr val="dk1"/>
              </a:buClr>
              <a:buSzPts val="2800"/>
              <a:buFont typeface="Helvetica Neue"/>
              <a:buChar char="–"/>
            </a:pPr>
            <a:r>
              <a:rPr lang="en-GB"/>
              <a:t>Thread B locks Mutex 2</a:t>
            </a:r>
            <a:endParaRPr/>
          </a:p>
          <a:p>
            <a:pPr indent="-285736" lvl="1" marL="742913" rtl="0" algn="l">
              <a:spcBef>
                <a:spcPts val="560"/>
              </a:spcBef>
              <a:spcAft>
                <a:spcPts val="0"/>
              </a:spcAft>
              <a:buClr>
                <a:schemeClr val="dk1"/>
              </a:buClr>
              <a:buSzPts val="2800"/>
              <a:buFont typeface="Helvetica Neue"/>
              <a:buChar char="–"/>
            </a:pPr>
            <a:r>
              <a:rPr lang="en-GB"/>
              <a:t>Thread A attempts to lock Mutex 2</a:t>
            </a:r>
            <a:endParaRPr/>
          </a:p>
          <a:p>
            <a:pPr indent="-285736" lvl="1" marL="742913" rtl="0" algn="l">
              <a:spcBef>
                <a:spcPts val="560"/>
              </a:spcBef>
              <a:spcAft>
                <a:spcPts val="0"/>
              </a:spcAft>
              <a:buClr>
                <a:schemeClr val="dk1"/>
              </a:buClr>
              <a:buSzPts val="2800"/>
              <a:buFont typeface="Helvetica Neue"/>
              <a:buChar char="–"/>
            </a:pPr>
            <a:r>
              <a:rPr lang="en-GB"/>
              <a:t>Thread B attempts to lock Mutex 1</a:t>
            </a:r>
            <a:endParaRPr/>
          </a:p>
          <a:p>
            <a:pPr indent="-285736" lvl="1" marL="742913" rtl="0" algn="l">
              <a:spcBef>
                <a:spcPts val="560"/>
              </a:spcBef>
              <a:spcAft>
                <a:spcPts val="0"/>
              </a:spcAft>
              <a:buClr>
                <a:schemeClr val="dk1"/>
              </a:buClr>
              <a:buSzPts val="2800"/>
              <a:buFont typeface="Helvetica Neue"/>
              <a:buChar char="–"/>
            </a:pPr>
            <a:r>
              <a:rPr lang="en-GB"/>
              <a:t>Deadlock!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9"/>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Avoiding deadlocks</a:t>
            </a:r>
            <a:endParaRPr/>
          </a:p>
        </p:txBody>
      </p:sp>
      <p:sp>
        <p:nvSpPr>
          <p:cNvPr id="298" name="Google Shape;298;p39"/>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600"/>
              <a:buFont typeface="Helvetica Neue"/>
              <a:buChar char="•"/>
            </a:pPr>
            <a:r>
              <a:rPr lang="en-GB" sz="3600"/>
              <a:t>pthread_mutex_trylock (mutex) </a:t>
            </a:r>
            <a:endParaRPr/>
          </a:p>
          <a:p>
            <a:pPr indent="-285736" lvl="1" marL="742913" rtl="0" algn="l">
              <a:spcBef>
                <a:spcPts val="640"/>
              </a:spcBef>
              <a:spcAft>
                <a:spcPts val="0"/>
              </a:spcAft>
              <a:buClr>
                <a:schemeClr val="dk1"/>
              </a:buClr>
              <a:buSzPts val="3200"/>
              <a:buFont typeface="Helvetica Neue"/>
              <a:buChar char="–"/>
            </a:pPr>
            <a:r>
              <a:rPr lang="en-GB" sz="3200"/>
              <a:t>pthread_mutex_trylock() will attempt to lock a mutex. </a:t>
            </a:r>
            <a:endParaRPr/>
          </a:p>
          <a:p>
            <a:pPr indent="-285736" lvl="1" marL="742913" rtl="0" algn="l">
              <a:spcBef>
                <a:spcPts val="640"/>
              </a:spcBef>
              <a:spcAft>
                <a:spcPts val="0"/>
              </a:spcAft>
              <a:buClr>
                <a:schemeClr val="dk1"/>
              </a:buClr>
              <a:buSzPts val="3200"/>
              <a:buFont typeface="Helvetica Neue"/>
              <a:buChar char="–"/>
            </a:pPr>
            <a:r>
              <a:rPr lang="en-GB" sz="3200"/>
              <a:t>However, if the mutex is already locked, the routine will return immediately with a non-zero error code. </a:t>
            </a:r>
            <a:endParaRPr/>
          </a:p>
          <a:p>
            <a:pPr indent="-285736" lvl="1" marL="742913" rtl="0" algn="l">
              <a:spcBef>
                <a:spcPts val="640"/>
              </a:spcBef>
              <a:spcAft>
                <a:spcPts val="0"/>
              </a:spcAft>
              <a:buClr>
                <a:schemeClr val="dk1"/>
              </a:buClr>
              <a:buSzPts val="3200"/>
              <a:buFont typeface="Helvetica Neue"/>
              <a:buChar char="–"/>
            </a:pPr>
            <a:r>
              <a:rPr lang="en-GB" sz="3200"/>
              <a:t>This may be useful in preventing deadlock conditions</a:t>
            </a:r>
            <a:endParaRPr/>
          </a:p>
          <a:p>
            <a:pPr indent="-285736" lvl="1" marL="742913" rtl="0" algn="l">
              <a:spcBef>
                <a:spcPts val="640"/>
              </a:spcBef>
              <a:spcAft>
                <a:spcPts val="0"/>
              </a:spcAft>
              <a:buClr>
                <a:schemeClr val="dk1"/>
              </a:buClr>
              <a:buSzPts val="3200"/>
              <a:buFont typeface="Helvetica Neue"/>
              <a:buChar char="–"/>
            </a:pPr>
            <a:r>
              <a:rPr lang="en-GB" sz="3200"/>
              <a:t>A </a:t>
            </a:r>
            <a:r>
              <a:rPr b="1" lang="en-GB" sz="3200"/>
              <a:t>deadlock</a:t>
            </a:r>
            <a:r>
              <a:rPr lang="en-GB" sz="3200"/>
              <a:t> is a situation in concurrent programming or multitasking where two or more threads or processes become </a:t>
            </a:r>
            <a:r>
              <a:rPr b="1" lang="en-GB" sz="3200"/>
              <a:t>stuck</a:t>
            </a:r>
            <a:r>
              <a:rPr lang="en-GB" sz="3200"/>
              <a:t> in a way that none of them can proceed with their execution.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0"/>
          <p:cNvSpPr txBox="1"/>
          <p:nvPr>
            <p:ph type="title"/>
          </p:nvPr>
        </p:nvSpPr>
        <p:spPr>
          <a:xfrm>
            <a:off x="3311690" y="188639"/>
            <a:ext cx="7063769" cy="5760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Mutex Vs. Semaphores </a:t>
            </a:r>
            <a:endParaRPr/>
          </a:p>
        </p:txBody>
      </p:sp>
      <p:sp>
        <p:nvSpPr>
          <p:cNvPr id="304" name="Google Shape;304;p40"/>
          <p:cNvSpPr txBox="1"/>
          <p:nvPr>
            <p:ph idx="1" type="body"/>
          </p:nvPr>
        </p:nvSpPr>
        <p:spPr>
          <a:xfrm>
            <a:off x="239350" y="1052737"/>
            <a:ext cx="11713301" cy="5616625"/>
          </a:xfrm>
          <a:prstGeom prst="rect">
            <a:avLst/>
          </a:prstGeom>
          <a:noFill/>
          <a:ln>
            <a:noFill/>
          </a:ln>
        </p:spPr>
        <p:txBody>
          <a:bodyPr anchorCtr="0" anchor="t" bIns="45700" lIns="91425" spcFirstLastPara="1" rIns="91425" wrap="square" tIns="45700">
            <a:noAutofit/>
          </a:bodyPr>
          <a:lstStyle/>
          <a:p>
            <a:pPr indent="-342884" lvl="0" marL="342884" rtl="0" algn="l">
              <a:spcBef>
                <a:spcPts val="0"/>
              </a:spcBef>
              <a:spcAft>
                <a:spcPts val="0"/>
              </a:spcAft>
              <a:buClr>
                <a:schemeClr val="dk1"/>
              </a:buClr>
              <a:buSzPts val="3200"/>
              <a:buFont typeface="Helvetica Neue"/>
              <a:buChar char="•"/>
            </a:pPr>
            <a:r>
              <a:rPr b="1" lang="en-GB"/>
              <a:t>Mutexes</a:t>
            </a:r>
            <a:r>
              <a:rPr lang="en-GB"/>
              <a:t> allow </a:t>
            </a:r>
            <a:r>
              <a:rPr b="1" lang="en-GB"/>
              <a:t>only one thread to enter a critical section </a:t>
            </a:r>
            <a:r>
              <a:rPr lang="en-GB"/>
              <a:t>at a time. </a:t>
            </a:r>
            <a:endParaRPr/>
          </a:p>
          <a:p>
            <a:pPr indent="-342884" lvl="0" marL="342884" rtl="0" algn="l">
              <a:spcBef>
                <a:spcPts val="640"/>
              </a:spcBef>
              <a:spcAft>
                <a:spcPts val="0"/>
              </a:spcAft>
              <a:buClr>
                <a:schemeClr val="dk1"/>
              </a:buClr>
              <a:buSzPts val="3200"/>
              <a:buFont typeface="Helvetica Neue"/>
              <a:buChar char="•"/>
            </a:pPr>
            <a:r>
              <a:rPr lang="en-GB"/>
              <a:t>This can have a significant performance impact when there are lots of threads</a:t>
            </a:r>
            <a:endParaRPr/>
          </a:p>
          <a:p>
            <a:pPr indent="-342884" lvl="0" marL="342884" rtl="0" algn="l">
              <a:spcBef>
                <a:spcPts val="640"/>
              </a:spcBef>
              <a:spcAft>
                <a:spcPts val="0"/>
              </a:spcAft>
              <a:buClr>
                <a:schemeClr val="dk1"/>
              </a:buClr>
              <a:buSzPts val="3200"/>
              <a:buFont typeface="Helvetica Neue"/>
              <a:buChar char="•"/>
            </a:pPr>
            <a:r>
              <a:rPr b="1" lang="en-GB"/>
              <a:t>Semaphores</a:t>
            </a:r>
            <a:r>
              <a:rPr lang="en-GB"/>
              <a:t> are an alternative method of </a:t>
            </a:r>
            <a:r>
              <a:rPr b="1" lang="en-GB"/>
              <a:t>synchronizing multiple threads</a:t>
            </a:r>
            <a:endParaRPr/>
          </a:p>
          <a:p>
            <a:pPr indent="-342884" lvl="0" marL="342884" rtl="0" algn="l">
              <a:spcBef>
                <a:spcPts val="640"/>
              </a:spcBef>
              <a:spcAft>
                <a:spcPts val="0"/>
              </a:spcAft>
              <a:buClr>
                <a:schemeClr val="dk1"/>
              </a:buClr>
              <a:buSzPts val="3200"/>
              <a:buFont typeface="Helvetica Neue"/>
              <a:buChar char="•"/>
            </a:pPr>
            <a:r>
              <a:rPr lang="en-GB"/>
              <a:t>This can allow multiple threads to access a "pool" of resources at the same time without interfering with each other.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1"/>
          <p:cNvSpPr txBox="1"/>
          <p:nvPr>
            <p:ph type="ctrTitle"/>
          </p:nvPr>
        </p:nvSpPr>
        <p:spPr>
          <a:xfrm>
            <a:off x="527381" y="2512922"/>
            <a:ext cx="10363200" cy="14700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GB"/>
              <a:t>End of Lecture 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niversity Standard">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2020-10-05T23:43:52Z</dcterms:created>
</cp:coreProperties>
</file>